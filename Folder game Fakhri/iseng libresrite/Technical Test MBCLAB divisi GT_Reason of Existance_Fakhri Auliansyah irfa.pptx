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7" r:id="rId3"/>
    <p:sldId id="271" r:id="rId4"/>
    <p:sldId id="278" r:id="rId5"/>
    <p:sldId id="258" r:id="rId6"/>
    <p:sldId id="262" r:id="rId7"/>
    <p:sldId id="263" r:id="rId8"/>
    <p:sldId id="272" r:id="rId9"/>
    <p:sldId id="269" r:id="rId10"/>
    <p:sldId id="275" r:id="rId11"/>
    <p:sldId id="264" r:id="rId12"/>
    <p:sldId id="266" r:id="rId13"/>
    <p:sldId id="280" r:id="rId14"/>
    <p:sldId id="270" r:id="rId15"/>
    <p:sldId id="276" r:id="rId16"/>
    <p:sldId id="273" r:id="rId17"/>
    <p:sldId id="279" r:id="rId18"/>
    <p:sldId id="26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54" autoAdjust="0"/>
    <p:restoredTop sz="94660"/>
  </p:normalViewPr>
  <p:slideViewPr>
    <p:cSldViewPr snapToGrid="0">
      <p:cViewPr>
        <p:scale>
          <a:sx n="80" d="100"/>
          <a:sy n="80" d="100"/>
        </p:scale>
        <p:origin x="547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5BF0D-5502-A5A7-20BB-9660F1E80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8F3FB-663E-9571-D618-76D1DD9CA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3277A-0711-FE9F-671A-66A02424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41B2-39EE-44C0-96D4-2AB27A1D0306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1494D-2AFF-C583-0C02-1099D87A2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7BCDF-38F3-2CBE-B6EF-A35AFF76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C32-C259-4FAD-82DD-336850B0F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10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18418-2DD1-EBED-8E3B-AC799BE87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61332-AF0F-AFE9-7722-D7405834C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26733-6C5A-4E71-192D-718A09A27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41B2-39EE-44C0-96D4-2AB27A1D0306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395B5-5A87-36F7-1BA9-1F98F8712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E0D4F-318C-1A8B-55F8-1CC5B8A65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C32-C259-4FAD-82DD-336850B0F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09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29296-7485-FDE3-0958-401321C7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F622F-3B2B-0752-3AD0-F35C82C48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0EC0A-9E3E-B51E-55A2-96CFA4A45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41B2-39EE-44C0-96D4-2AB27A1D0306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90F11-B4C7-18B9-7A2A-F36415320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53C9D-EC1D-7787-7D6E-B2B6932B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C32-C259-4FAD-82DD-336850B0F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0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5F5F0-13CA-6142-4022-A31C3CA23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873A8-7AB5-208D-9D27-C0C39D566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03D34-411E-CD6B-AEEE-E76667F24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A6ADF-EA49-5FDD-9900-CB8DE6A6B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41B2-39EE-44C0-96D4-2AB27A1D0306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80212-8265-70A2-19DC-C353BB318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0B5D7-7C9C-0510-ABB2-D5F167BFF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C32-C259-4FAD-82DD-336850B0F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7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45DE-180D-017E-BAF2-43011AD11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95FD0-A21F-2CFD-2300-AF4CA6381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93139B-447C-23B6-9BA6-6472291AC6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7F5224-92E2-3536-E857-4D1A728376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8C6E51-DBC6-0559-629A-325BD02C4B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6A4BB5-9D77-7D29-2E20-9E6FAB4CE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41B2-39EE-44C0-96D4-2AB27A1D0306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265F12-C23C-242D-70EB-99AA00D0A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41B7CF-933C-73CE-559D-F0732A317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C32-C259-4FAD-82DD-336850B0F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56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5E413-5F19-6389-1666-8F507298D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539422-D7DD-98CD-76BD-A3042E04B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41B2-39EE-44C0-96D4-2AB27A1D0306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8DAD0C-D4EA-4A6E-9749-2311AC45A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5AFDAD-F6F8-E930-E647-2244ED51F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C32-C259-4FAD-82DD-336850B0F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278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92394-1A6A-95CA-C023-764B857A8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41B2-39EE-44C0-96D4-2AB27A1D0306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4AF087-8E22-19CC-0E06-B86D770C4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52FBD-BE9B-8D76-98DC-74D53CA66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C32-C259-4FAD-82DD-336850B0F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995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8D8B2-1D9B-F4F9-EEC9-13E56791A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D0D52-6C13-2405-6390-F179BBA30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1DEA5-8AED-8E7D-D10A-6A9655C4C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93998-C45B-00EA-7D7C-3A132FE5C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41B2-39EE-44C0-96D4-2AB27A1D0306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0B313-9363-1F74-2ADC-F02BB4106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9BC81-0995-EA8C-6893-00A730514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C32-C259-4FAD-82DD-336850B0F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32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C68C3-532B-CDE6-25F6-B7AF3F1B8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AA623F-2100-00B1-BFD1-980DE4B7D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58011-7799-6853-8EFA-5F8575190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5D2C46-CD96-3192-CD99-4FF08BCCD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41B2-39EE-44C0-96D4-2AB27A1D0306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89089-CA23-F8A5-40C4-673E07166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E43EF-8222-BA01-44C8-7C0303D3C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C32-C259-4FAD-82DD-336850B0F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AAC89-FA0F-F751-3884-95CE5CDE1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75DDE4-DFBB-C2A5-00B4-926E17A244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AC619-34EC-A14B-9073-1A3F256F7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41B2-39EE-44C0-96D4-2AB27A1D0306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5AEA0-494C-F12B-E3A6-B1C35C144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8A0A5-11F3-72A4-7CE3-05119AA60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C32-C259-4FAD-82DD-336850B0F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333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B33C09-BC7A-E704-7D46-286751B262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5CF573-B47C-8FB7-2F0C-5CFE9E515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56DAF-A448-005A-76BD-CDB4EFAB4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41B2-39EE-44C0-96D4-2AB27A1D0306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BE43B-9368-7B33-9473-E011D7DD0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B6668-641B-8F57-1FCD-346F9BADC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C32-C259-4FAD-82DD-336850B0F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500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21CC8D-98A5-1BF5-EDC2-D35C470FA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24348-6EA6-5ACC-83C2-EA24C0CF0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B12D2-4FE0-BD57-A753-173F77C0DD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3E41B2-39EE-44C0-96D4-2AB27A1D0306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7B890-1F90-0CB3-BC50-ABC38A4BD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B3491-8614-56A3-A5D4-1903131BF9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73C32-C259-4FAD-82DD-336850B0F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575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6CA71-2FEA-2975-DB42-050B71537F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Baskerville Old Face" panose="02020602080505020303" pitchFamily="18" charset="0"/>
              </a:rPr>
              <a:t>Reason of </a:t>
            </a:r>
            <a:r>
              <a:rPr lang="en-US" b="1" dirty="0" err="1">
                <a:latin typeface="Baskerville Old Face" panose="02020602080505020303" pitchFamily="18" charset="0"/>
              </a:rPr>
              <a:t>Existance</a:t>
            </a:r>
            <a:endParaRPr lang="en-US" b="1" dirty="0">
              <a:latin typeface="Baskerville Old Face" panose="020206020805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A8E4C-DE25-2F4B-C5B4-63E1F621D8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“The Loop of Hatred”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D15EEC-87C4-80D0-5775-E3A7F6BC2C72}"/>
              </a:ext>
            </a:extLst>
          </p:cNvPr>
          <p:cNvSpPr txBox="1"/>
          <p:nvPr/>
        </p:nvSpPr>
        <p:spPr>
          <a:xfrm>
            <a:off x="0" y="205875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Technical Test MBCLAB Divisi GT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5F7645-F5F9-B573-DDF1-DD97A2AA6BD0}"/>
              </a:ext>
            </a:extLst>
          </p:cNvPr>
          <p:cNvSpPr txBox="1"/>
          <p:nvPr/>
        </p:nvSpPr>
        <p:spPr>
          <a:xfrm>
            <a:off x="0" y="4276030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Fakhri Auliansyah Irfa - 101012430006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985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CA5DC-62DE-0819-6AF5-89193B380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/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Deskripsi</a:t>
            </a:r>
            <a:endParaRPr lang="en-US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14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C249C-DD92-3FFD-AC41-02F1F3562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762" y="977900"/>
            <a:ext cx="10696575" cy="4993640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dirty="0"/>
              <a:t>Di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lagi</a:t>
            </a:r>
            <a:r>
              <a:rPr lang="en-US" dirty="0"/>
              <a:t> </a:t>
            </a:r>
            <a:r>
              <a:rPr lang="en-US" dirty="0" err="1"/>
              <a:t>dilanda</a:t>
            </a:r>
            <a:r>
              <a:rPr lang="en-US" dirty="0"/>
              <a:t> </a:t>
            </a:r>
            <a:r>
              <a:rPr lang="en-US" dirty="0" err="1"/>
              <a:t>musibah</a:t>
            </a:r>
            <a:r>
              <a:rPr lang="en-US" dirty="0"/>
              <a:t>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tanah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subur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ketidak</a:t>
            </a:r>
            <a:r>
              <a:rPr lang="en-US" dirty="0"/>
              <a:t> </a:t>
            </a:r>
            <a:r>
              <a:rPr lang="en-US" dirty="0" err="1"/>
              <a:t>sejahteraan</a:t>
            </a:r>
            <a:r>
              <a:rPr lang="en-US" dirty="0"/>
              <a:t> Masyarakat </a:t>
            </a:r>
            <a:r>
              <a:rPr lang="en-US" dirty="0" err="1"/>
              <a:t>disana</a:t>
            </a:r>
            <a:r>
              <a:rPr lang="en-US" dirty="0"/>
              <a:t> yang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kepala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setres</a:t>
            </a:r>
            <a:r>
              <a:rPr lang="en-US" dirty="0"/>
              <a:t>, </a:t>
            </a:r>
            <a:r>
              <a:rPr lang="en-US" dirty="0" err="1"/>
              <a:t>disaat</a:t>
            </a:r>
            <a:r>
              <a:rPr lang="en-US" dirty="0"/>
              <a:t> </a:t>
            </a:r>
            <a:r>
              <a:rPr lang="en-US" dirty="0" err="1"/>
              <a:t>kebingungan</a:t>
            </a:r>
            <a:r>
              <a:rPr lang="en-US" dirty="0"/>
              <a:t> </a:t>
            </a:r>
            <a:r>
              <a:rPr lang="en-US" dirty="0" err="1"/>
              <a:t>mengatasi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suburnya</a:t>
            </a:r>
            <a:r>
              <a:rPr lang="en-US" dirty="0"/>
              <a:t> </a:t>
            </a:r>
            <a:r>
              <a:rPr lang="en-US" dirty="0" err="1"/>
              <a:t>tanah</a:t>
            </a:r>
            <a:r>
              <a:rPr lang="en-US" dirty="0"/>
              <a:t> </a:t>
            </a:r>
            <a:r>
              <a:rPr lang="en-US" dirty="0" err="1"/>
              <a:t>kepala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mendapat</a:t>
            </a:r>
            <a:r>
              <a:rPr lang="en-US" dirty="0"/>
              <a:t> </a:t>
            </a:r>
            <a:r>
              <a:rPr lang="en-US" dirty="0" err="1"/>
              <a:t>godaan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sosok</a:t>
            </a:r>
            <a:r>
              <a:rPr lang="en-US" dirty="0"/>
              <a:t> yokai Bernama “</a:t>
            </a:r>
            <a:r>
              <a:rPr lang="en-US" dirty="0" err="1"/>
              <a:t>amanojaku</a:t>
            </a:r>
            <a:r>
              <a:rPr lang="en-US" dirty="0"/>
              <a:t>”,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mencuci</a:t>
            </a:r>
            <a:r>
              <a:rPr lang="en-US" dirty="0"/>
              <a:t> </a:t>
            </a:r>
            <a:r>
              <a:rPr lang="en-US" dirty="0" err="1"/>
              <a:t>otak</a:t>
            </a:r>
            <a:r>
              <a:rPr lang="en-US" dirty="0"/>
              <a:t> </a:t>
            </a:r>
            <a:r>
              <a:rPr lang="en-US" dirty="0" err="1"/>
              <a:t>kepala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mengiimingi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menumbal</a:t>
            </a:r>
            <a:r>
              <a:rPr lang="en-US" dirty="0"/>
              <a:t> </a:t>
            </a:r>
            <a:r>
              <a:rPr lang="en-US" dirty="0" err="1"/>
              <a:t>sorang</a:t>
            </a:r>
            <a:r>
              <a:rPr lang="en-US" dirty="0"/>
              <a:t> </a:t>
            </a:r>
            <a:r>
              <a:rPr lang="en-US" dirty="0" err="1"/>
              <a:t>bayi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lahir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lima </a:t>
            </a:r>
            <a:r>
              <a:rPr lang="en-US" dirty="0" err="1"/>
              <a:t>iblis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subur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,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dicuci</a:t>
            </a:r>
            <a:r>
              <a:rPr lang="en-US" dirty="0"/>
              <a:t> </a:t>
            </a:r>
            <a:r>
              <a:rPr lang="en-US" dirty="0" err="1"/>
              <a:t>otak</a:t>
            </a:r>
            <a:r>
              <a:rPr lang="en-US" dirty="0"/>
              <a:t> </a:t>
            </a:r>
            <a:r>
              <a:rPr lang="en-US" dirty="0" err="1"/>
              <a:t>kepala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ritual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anaknya</a:t>
            </a:r>
            <a:r>
              <a:rPr lang="en-US" dirty="0"/>
              <a:t> yang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kandungan</a:t>
            </a:r>
            <a:r>
              <a:rPr lang="en-US" dirty="0"/>
              <a:t> </a:t>
            </a:r>
            <a:r>
              <a:rPr lang="en-US" dirty="0" err="1"/>
              <a:t>istrinya</a:t>
            </a:r>
            <a:r>
              <a:rPr lang="en-US" dirty="0"/>
              <a:t> di </a:t>
            </a:r>
            <a:r>
              <a:rPr lang="en-US" dirty="0" err="1"/>
              <a:t>gua</a:t>
            </a:r>
            <a:r>
              <a:rPr lang="en-US" dirty="0"/>
              <a:t> </a:t>
            </a:r>
            <a:r>
              <a:rPr lang="en-US" dirty="0" err="1"/>
              <a:t>dekat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sadar</a:t>
            </a:r>
            <a:r>
              <a:rPr lang="en-US" dirty="0"/>
              <a:t>,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ritual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tanah</a:t>
            </a:r>
            <a:r>
              <a:rPr lang="en-US" dirty="0"/>
              <a:t> yang sangat </a:t>
            </a:r>
            <a:r>
              <a:rPr lang="en-US" dirty="0" err="1"/>
              <a:t>subur</a:t>
            </a:r>
            <a:r>
              <a:rPr lang="en-US" dirty="0"/>
              <a:t> </a:t>
            </a:r>
            <a:r>
              <a:rPr lang="en-US" dirty="0" err="1"/>
              <a:t>kepala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bingung</a:t>
            </a:r>
            <a:r>
              <a:rPr lang="en-US" dirty="0"/>
              <a:t> </a:t>
            </a:r>
            <a:r>
              <a:rPr lang="en-US" dirty="0" err="1"/>
              <a:t>kenapa</a:t>
            </a:r>
            <a:r>
              <a:rPr lang="en-US" dirty="0"/>
              <a:t> </a:t>
            </a:r>
            <a:r>
              <a:rPr lang="en-US" dirty="0" err="1"/>
              <a:t>desanya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subur</a:t>
            </a:r>
            <a:r>
              <a:rPr lang="en-US" dirty="0"/>
              <a:t>, dan </a:t>
            </a:r>
            <a:r>
              <a:rPr lang="en-US" dirty="0" err="1"/>
              <a:t>keesokan</a:t>
            </a:r>
            <a:r>
              <a:rPr lang="en-US" dirty="0"/>
              <a:t> </a:t>
            </a:r>
            <a:r>
              <a:rPr lang="en-US" dirty="0" err="1"/>
              <a:t>harinya</a:t>
            </a:r>
            <a:r>
              <a:rPr lang="en-US" dirty="0"/>
              <a:t> </a:t>
            </a:r>
            <a:r>
              <a:rPr lang="en-US" dirty="0" err="1"/>
              <a:t>lahir</a:t>
            </a:r>
            <a:r>
              <a:rPr lang="en-US" dirty="0"/>
              <a:t> </a:t>
            </a:r>
            <a:r>
              <a:rPr lang="en-US" dirty="0" err="1"/>
              <a:t>lah</a:t>
            </a:r>
            <a:r>
              <a:rPr lang="en-US" dirty="0"/>
              <a:t> </a:t>
            </a:r>
            <a:r>
              <a:rPr lang="en-US" dirty="0" err="1"/>
              <a:t>anaknya</a:t>
            </a:r>
            <a:r>
              <a:rPr lang="en-US" dirty="0"/>
              <a:t> </a:t>
            </a:r>
            <a:r>
              <a:rPr lang="en-US" dirty="0" err="1"/>
              <a:t>kepala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dirumahnya</a:t>
            </a:r>
            <a:r>
              <a:rPr lang="en-US" dirty="0"/>
              <a:t>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keaadan</a:t>
            </a:r>
            <a:r>
              <a:rPr lang="en-US" dirty="0"/>
              <a:t>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diinginkan</a:t>
            </a:r>
            <a:r>
              <a:rPr lang="en-US" dirty="0"/>
              <a:t>, </a:t>
            </a:r>
            <a:r>
              <a:rPr lang="en-US" dirty="0" err="1"/>
              <a:t>disaat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harusnya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yang </a:t>
            </a:r>
            <a:r>
              <a:rPr lang="en-US" dirty="0" err="1"/>
              <a:t>bahagia</a:t>
            </a:r>
            <a:r>
              <a:rPr lang="en-US" dirty="0"/>
              <a:t> </a:t>
            </a:r>
            <a:r>
              <a:rPr lang="en-US" dirty="0" err="1"/>
              <a:t>malah</a:t>
            </a:r>
            <a:r>
              <a:rPr lang="en-US" dirty="0"/>
              <a:t> </a:t>
            </a:r>
            <a:r>
              <a:rPr lang="en-US" dirty="0" err="1"/>
              <a:t>menakutkan</a:t>
            </a:r>
            <a:r>
              <a:rPr lang="en-US" dirty="0"/>
              <a:t>,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terlihat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monster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ketidak</a:t>
            </a:r>
            <a:r>
              <a:rPr lang="en-US" dirty="0"/>
              <a:t> </a:t>
            </a:r>
            <a:r>
              <a:rPr lang="en-US" dirty="0" err="1"/>
              <a:t>kuatnya</a:t>
            </a:r>
            <a:r>
              <a:rPr lang="en-US" dirty="0"/>
              <a:t> </a:t>
            </a:r>
            <a:r>
              <a:rPr lang="en-US" dirty="0" err="1"/>
              <a:t>meliahat</a:t>
            </a:r>
            <a:r>
              <a:rPr lang="en-US" dirty="0"/>
              <a:t> </a:t>
            </a:r>
            <a:r>
              <a:rPr lang="en-US" dirty="0" err="1"/>
              <a:t>anak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, </a:t>
            </a:r>
            <a:r>
              <a:rPr lang="en-US" dirty="0" err="1"/>
              <a:t>anak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dibuang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keranjang</a:t>
            </a:r>
            <a:r>
              <a:rPr lang="en-US" dirty="0"/>
              <a:t> dan </a:t>
            </a:r>
            <a:r>
              <a:rPr lang="en-US" dirty="0" err="1"/>
              <a:t>kertas</a:t>
            </a:r>
            <a:r>
              <a:rPr lang="en-US" dirty="0"/>
              <a:t> </a:t>
            </a:r>
            <a:r>
              <a:rPr lang="en-US" dirty="0" err="1"/>
              <a:t>berisi</a:t>
            </a:r>
            <a:r>
              <a:rPr lang="en-US" dirty="0"/>
              <a:t> </a:t>
            </a:r>
            <a:r>
              <a:rPr lang="en-US" dirty="0" err="1"/>
              <a:t>namanya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“</a:t>
            </a:r>
            <a:r>
              <a:rPr lang="en-US" dirty="0" err="1"/>
              <a:t>kyo</a:t>
            </a:r>
            <a:r>
              <a:rPr lang="en-US" dirty="0"/>
              <a:t>” di Sungai, </a:t>
            </a:r>
            <a:r>
              <a:rPr lang="en-US" dirty="0" err="1"/>
              <a:t>berharap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yang </a:t>
            </a:r>
            <a:r>
              <a:rPr lang="en-US" dirty="0" err="1"/>
              <a:t>merawat</a:t>
            </a:r>
            <a:r>
              <a:rPr lang="en-US" dirty="0"/>
              <a:t> </a:t>
            </a:r>
            <a:r>
              <a:rPr lang="en-US" dirty="0" err="1"/>
              <a:t>anaknya</a:t>
            </a:r>
            <a:r>
              <a:rPr lang="en-US" dirty="0"/>
              <a:t>, </a:t>
            </a:r>
            <a:r>
              <a:rPr lang="en-US" dirty="0" err="1"/>
              <a:t>keesokan</a:t>
            </a:r>
            <a:r>
              <a:rPr lang="en-US" dirty="0"/>
              <a:t> </a:t>
            </a:r>
            <a:r>
              <a:rPr lang="en-US" dirty="0" err="1"/>
              <a:t>harinya</a:t>
            </a:r>
            <a:r>
              <a:rPr lang="en-US" dirty="0"/>
              <a:t> </a:t>
            </a:r>
            <a:r>
              <a:rPr lang="en-US" dirty="0" err="1"/>
              <a:t>temukan</a:t>
            </a:r>
            <a:r>
              <a:rPr lang="en-US" dirty="0"/>
              <a:t> oleh </a:t>
            </a:r>
            <a:r>
              <a:rPr lang="en-US" dirty="0" err="1"/>
              <a:t>sosok</a:t>
            </a:r>
            <a:r>
              <a:rPr lang="en-US" dirty="0"/>
              <a:t> </a:t>
            </a:r>
            <a:r>
              <a:rPr lang="en-US" dirty="0" err="1"/>
              <a:t>kakek</a:t>
            </a:r>
            <a:r>
              <a:rPr lang="en-US" dirty="0"/>
              <a:t> yang </a:t>
            </a:r>
            <a:r>
              <a:rPr lang="en-US" dirty="0" err="1"/>
              <a:t>misterius</a:t>
            </a:r>
            <a:r>
              <a:rPr lang="en-US" dirty="0"/>
              <a:t> </a:t>
            </a:r>
            <a:r>
              <a:rPr lang="en-US" dirty="0" err="1"/>
              <a:t>bernama</a:t>
            </a:r>
            <a:r>
              <a:rPr lang="en-US" dirty="0"/>
              <a:t> “</a:t>
            </a:r>
            <a:r>
              <a:rPr lang="en-US" dirty="0" err="1"/>
              <a:t>yanto</a:t>
            </a:r>
            <a:r>
              <a:rPr lang="en-US" dirty="0"/>
              <a:t>”, </a:t>
            </a:r>
            <a:r>
              <a:rPr lang="en-US" dirty="0" err="1"/>
              <a:t>singkat</a:t>
            </a:r>
            <a:r>
              <a:rPr lang="en-US" dirty="0"/>
              <a:t> </a:t>
            </a:r>
            <a:r>
              <a:rPr lang="en-US" dirty="0" err="1"/>
              <a:t>cerita</a:t>
            </a:r>
            <a:r>
              <a:rPr lang="en-US" dirty="0"/>
              <a:t> </a:t>
            </a:r>
            <a:r>
              <a:rPr lang="en-US" dirty="0" err="1"/>
              <a:t>bayi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di </a:t>
            </a:r>
            <a:r>
              <a:rPr lang="en-US" dirty="0" err="1"/>
              <a:t>besarkan</a:t>
            </a:r>
            <a:r>
              <a:rPr lang="en-US" dirty="0"/>
              <a:t> oleh </a:t>
            </a:r>
            <a:r>
              <a:rPr lang="en-US" dirty="0" err="1"/>
              <a:t>kakek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,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remaja</a:t>
            </a:r>
            <a:r>
              <a:rPr lang="en-US" dirty="0"/>
              <a:t> </a:t>
            </a:r>
            <a:r>
              <a:rPr lang="en-US" dirty="0" err="1"/>
              <a:t>ternyata</a:t>
            </a:r>
            <a:r>
              <a:rPr lang="en-US" dirty="0"/>
              <a:t> </a:t>
            </a:r>
            <a:r>
              <a:rPr lang="en-US" dirty="0" err="1"/>
              <a:t>kyo</a:t>
            </a:r>
            <a:r>
              <a:rPr lang="en-US" dirty="0"/>
              <a:t> punya </a:t>
            </a:r>
            <a:r>
              <a:rPr lang="en-US" dirty="0" err="1"/>
              <a:t>indra</a:t>
            </a:r>
            <a:r>
              <a:rPr lang="en-US" dirty="0"/>
              <a:t> </a:t>
            </a:r>
            <a:r>
              <a:rPr lang="en-US" dirty="0" err="1"/>
              <a:t>penglihatan</a:t>
            </a:r>
            <a:r>
              <a:rPr lang="en-US" dirty="0"/>
              <a:t> </a:t>
            </a:r>
            <a:r>
              <a:rPr lang="en-US" dirty="0" err="1"/>
              <a:t>jiwa</a:t>
            </a:r>
            <a:r>
              <a:rPr lang="en-US" dirty="0"/>
              <a:t>,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kemudian</a:t>
            </a:r>
            <a:r>
              <a:rPr lang="en-US" dirty="0"/>
              <a:t> 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insiden</a:t>
            </a:r>
            <a:r>
              <a:rPr lang="en-US" dirty="0"/>
              <a:t>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kakek</a:t>
            </a:r>
            <a:r>
              <a:rPr lang="en-US" dirty="0"/>
              <a:t> dan </a:t>
            </a:r>
            <a:r>
              <a:rPr lang="en-US" dirty="0" err="1"/>
              <a:t>protagonis</a:t>
            </a:r>
            <a:r>
              <a:rPr lang="en-US" dirty="0"/>
              <a:t> </a:t>
            </a:r>
            <a:r>
              <a:rPr lang="en-US" dirty="0" err="1"/>
              <a:t>diserang</a:t>
            </a:r>
            <a:r>
              <a:rPr lang="en-US" dirty="0"/>
              <a:t> oleh </a:t>
            </a:r>
            <a:r>
              <a:rPr lang="en-US" dirty="0" err="1"/>
              <a:t>iblis</a:t>
            </a:r>
            <a:r>
              <a:rPr lang="en-US" dirty="0"/>
              <a:t> dan </a:t>
            </a:r>
            <a:r>
              <a:rPr lang="en-US" dirty="0" err="1"/>
              <a:t>kakek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meninggal</a:t>
            </a:r>
            <a:r>
              <a:rPr lang="en-US" dirty="0"/>
              <a:t>,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kematiannya</a:t>
            </a:r>
            <a:r>
              <a:rPr lang="en-US" dirty="0"/>
              <a:t> </a:t>
            </a:r>
            <a:r>
              <a:rPr lang="en-US" dirty="0" err="1"/>
              <a:t>kakek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memberi</a:t>
            </a:r>
            <a:r>
              <a:rPr lang="en-US" dirty="0"/>
              <a:t> </a:t>
            </a:r>
            <a:r>
              <a:rPr lang="en-US" dirty="0" err="1"/>
              <a:t>tahu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protagonis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penumbalan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lima </a:t>
            </a:r>
            <a:r>
              <a:rPr lang="en-US" dirty="0" err="1"/>
              <a:t>iblis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mengabulkan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permintaan</a:t>
            </a:r>
            <a:r>
              <a:rPr lang="en-US" dirty="0"/>
              <a:t>, </a:t>
            </a:r>
            <a:r>
              <a:rPr lang="en-US" dirty="0" err="1"/>
              <a:t>kakek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memberi</a:t>
            </a:r>
            <a:r>
              <a:rPr lang="en-US" dirty="0"/>
              <a:t> </a:t>
            </a:r>
            <a:r>
              <a:rPr lang="en-US" dirty="0" err="1"/>
              <a:t>tahu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anak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ditumbalkan</a:t>
            </a:r>
            <a:r>
              <a:rPr lang="en-US" dirty="0"/>
              <a:t> oleh orang </a:t>
            </a:r>
            <a:r>
              <a:rPr lang="en-US" dirty="0" err="1"/>
              <a:t>tuanya</a:t>
            </a:r>
            <a:r>
              <a:rPr lang="en-US" dirty="0"/>
              <a:t>,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anak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membalas</a:t>
            </a:r>
            <a:r>
              <a:rPr lang="en-US" dirty="0"/>
              <a:t> </a:t>
            </a:r>
            <a:r>
              <a:rPr lang="en-US" dirty="0" err="1"/>
              <a:t>dendamnya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orang </a:t>
            </a:r>
            <a:r>
              <a:rPr lang="en-US" dirty="0" err="1"/>
              <a:t>tua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, </a:t>
            </a:r>
            <a:r>
              <a:rPr lang="en-US" dirty="0" err="1"/>
              <a:t>dimulailah</a:t>
            </a:r>
            <a:r>
              <a:rPr lang="en-US" dirty="0"/>
              <a:t> </a:t>
            </a:r>
            <a:r>
              <a:rPr lang="en-US" dirty="0" err="1"/>
              <a:t>perjalanan</a:t>
            </a:r>
            <a:r>
              <a:rPr lang="en-US" dirty="0"/>
              <a:t> </a:t>
            </a:r>
            <a:r>
              <a:rPr lang="en-US" dirty="0" err="1"/>
              <a:t>seoarang</a:t>
            </a:r>
            <a:r>
              <a:rPr lang="en-US" dirty="0"/>
              <a:t> </a:t>
            </a:r>
            <a:r>
              <a:rPr lang="en-US" dirty="0" err="1"/>
              <a:t>anak</a:t>
            </a:r>
            <a:r>
              <a:rPr lang="en-US" dirty="0"/>
              <a:t>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hak</a:t>
            </a:r>
            <a:r>
              <a:rPr lang="en-US" dirty="0"/>
              <a:t> dan </a:t>
            </a:r>
            <a:r>
              <a:rPr lang="en-US" dirty="0" err="1"/>
              <a:t>kebenaran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dirinya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protagonis</a:t>
            </a:r>
            <a:r>
              <a:rPr lang="en-US" dirty="0"/>
              <a:t> di game </a:t>
            </a:r>
            <a:r>
              <a:rPr lang="en-US" dirty="0" err="1"/>
              <a:t>ini</a:t>
            </a:r>
            <a:r>
              <a:rPr lang="en-US" dirty="0"/>
              <a:t>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92EFA65-3479-8868-D332-0F6B6717F8FC}"/>
              </a:ext>
            </a:extLst>
          </p:cNvPr>
          <p:cNvCxnSpPr/>
          <p:nvPr/>
        </p:nvCxnSpPr>
        <p:spPr>
          <a:xfrm>
            <a:off x="836762" y="6324600"/>
            <a:ext cx="10506974" cy="91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F46A9A9-CE96-4F45-FABC-B80EC1D06DD8}"/>
              </a:ext>
            </a:extLst>
          </p:cNvPr>
          <p:cNvCxnSpPr/>
          <p:nvPr/>
        </p:nvCxnSpPr>
        <p:spPr>
          <a:xfrm>
            <a:off x="836762" y="533400"/>
            <a:ext cx="10506974" cy="91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8400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CD121F6-A060-084C-9546-488ED9BB5CD5}"/>
              </a:ext>
            </a:extLst>
          </p:cNvPr>
          <p:cNvSpPr/>
          <p:nvPr/>
        </p:nvSpPr>
        <p:spPr>
          <a:xfrm>
            <a:off x="189156" y="609907"/>
            <a:ext cx="2900892" cy="26807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A00E5D-AFF8-F99B-8A0A-C4C0746ABCBD}"/>
              </a:ext>
            </a:extLst>
          </p:cNvPr>
          <p:cNvSpPr/>
          <p:nvPr/>
        </p:nvSpPr>
        <p:spPr>
          <a:xfrm>
            <a:off x="189156" y="3805065"/>
            <a:ext cx="2900892" cy="25223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A53437-EC2A-BF0E-2708-383E1EC362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62" r="53363" b="34741"/>
          <a:stretch>
            <a:fillRect/>
          </a:stretch>
        </p:blipFill>
        <p:spPr>
          <a:xfrm>
            <a:off x="632085" y="3805066"/>
            <a:ext cx="2705819" cy="20015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313053-FDEC-403A-2036-32FAE58AF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70" t="19257" b="34752"/>
          <a:stretch>
            <a:fillRect/>
          </a:stretch>
        </p:blipFill>
        <p:spPr>
          <a:xfrm>
            <a:off x="632085" y="609906"/>
            <a:ext cx="2705819" cy="20015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3E791A-A5D1-5583-D250-39A46721E139}"/>
              </a:ext>
            </a:extLst>
          </p:cNvPr>
          <p:cNvSpPr txBox="1"/>
          <p:nvPr/>
        </p:nvSpPr>
        <p:spPr>
          <a:xfrm>
            <a:off x="1499966" y="5867264"/>
            <a:ext cx="1207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Yanto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A0CDCE-9B02-CFC6-DC0D-72C93138512B}"/>
              </a:ext>
            </a:extLst>
          </p:cNvPr>
          <p:cNvSpPr txBox="1"/>
          <p:nvPr/>
        </p:nvSpPr>
        <p:spPr>
          <a:xfrm>
            <a:off x="1639602" y="2767021"/>
            <a:ext cx="1207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Kyo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61BFDC-C263-F8C9-1886-628C1EF064FE}"/>
              </a:ext>
            </a:extLst>
          </p:cNvPr>
          <p:cNvSpPr txBox="1"/>
          <p:nvPr/>
        </p:nvSpPr>
        <p:spPr>
          <a:xfrm>
            <a:off x="3687428" y="1426000"/>
            <a:ext cx="74885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solidFill>
                  <a:schemeClr val="bg1"/>
                </a:solidFill>
              </a:rPr>
              <a:t>Seorang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remaja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berkekurangan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tidak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bisa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bicara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tidak</a:t>
            </a:r>
            <a:r>
              <a:rPr lang="en-US" dirty="0">
                <a:solidFill>
                  <a:schemeClr val="bg1"/>
                </a:solidFill>
              </a:rPr>
              <a:t> punya </a:t>
            </a:r>
            <a:r>
              <a:rPr lang="en-US" dirty="0" err="1">
                <a:solidFill>
                  <a:schemeClr val="bg1"/>
                </a:solidFill>
              </a:rPr>
              <a:t>kulit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penglihatan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buram</a:t>
            </a:r>
            <a:r>
              <a:rPr lang="en-US" dirty="0">
                <a:solidFill>
                  <a:schemeClr val="bg1"/>
                </a:solidFill>
              </a:rPr>
              <a:t>,  </a:t>
            </a:r>
            <a:r>
              <a:rPr lang="en-US" dirty="0" err="1">
                <a:solidFill>
                  <a:schemeClr val="bg1"/>
                </a:solidFill>
              </a:rPr>
              <a:t>bungkuk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tetapi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memliki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indra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membedakan</a:t>
            </a:r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en-US" dirty="0" err="1">
                <a:solidFill>
                  <a:schemeClr val="bg1"/>
                </a:solidFill>
              </a:rPr>
              <a:t>jiwa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iblis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merah</a:t>
            </a:r>
            <a:r>
              <a:rPr lang="en-US" dirty="0">
                <a:solidFill>
                  <a:schemeClr val="bg1"/>
                </a:solidFill>
              </a:rPr>
              <a:t>) dan </a:t>
            </a:r>
            <a:r>
              <a:rPr lang="en-US" dirty="0" err="1">
                <a:solidFill>
                  <a:schemeClr val="bg1"/>
                </a:solidFill>
              </a:rPr>
              <a:t>jiwa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mamusia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putih</a:t>
            </a:r>
            <a:r>
              <a:rPr lang="en-US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D3E430-26AD-2F70-8E0A-EBD5E36DF3E2}"/>
              </a:ext>
            </a:extLst>
          </p:cNvPr>
          <p:cNvSpPr txBox="1"/>
          <p:nvPr/>
        </p:nvSpPr>
        <p:spPr>
          <a:xfrm>
            <a:off x="3687428" y="4344162"/>
            <a:ext cx="748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Seorang</a:t>
            </a:r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en-US" dirty="0" err="1">
                <a:solidFill>
                  <a:schemeClr val="bg1"/>
                </a:solidFill>
              </a:rPr>
              <a:t>kakek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menemukan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kyo</a:t>
            </a:r>
            <a:r>
              <a:rPr lang="en-US" dirty="0">
                <a:solidFill>
                  <a:schemeClr val="bg1"/>
                </a:solidFill>
              </a:rPr>
              <a:t>,  </a:t>
            </a:r>
            <a:r>
              <a:rPr lang="en-US" dirty="0" err="1">
                <a:solidFill>
                  <a:schemeClr val="bg1"/>
                </a:solidFill>
              </a:rPr>
              <a:t>adalah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mantan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dokter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medan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perang</a:t>
            </a:r>
            <a:r>
              <a:rPr lang="en-US" dirty="0">
                <a:solidFill>
                  <a:schemeClr val="bg1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703639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68F0A-AE26-2D5F-FC74-089E55D78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16" y="214395"/>
            <a:ext cx="2028645" cy="890167"/>
          </a:xfrm>
        </p:spPr>
        <p:txBody>
          <a:bodyPr>
            <a:normAutofit/>
          </a:bodyPr>
          <a:lstStyle/>
          <a:p>
            <a:r>
              <a:rPr lang="en-US" sz="3200" dirty="0"/>
              <a:t>Genre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47828-DAE0-D308-D457-B1ABC9CA4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016" y="870939"/>
            <a:ext cx="2442713" cy="2045084"/>
          </a:xfrm>
        </p:spPr>
        <p:txBody>
          <a:bodyPr>
            <a:normAutofit/>
          </a:bodyPr>
          <a:lstStyle/>
          <a:p>
            <a:r>
              <a:rPr lang="en-US" sz="2000" dirty="0"/>
              <a:t>Visual Novel </a:t>
            </a:r>
          </a:p>
          <a:p>
            <a:r>
              <a:rPr lang="en-US" sz="2000" dirty="0"/>
              <a:t>JRPG </a:t>
            </a:r>
          </a:p>
          <a:p>
            <a:r>
              <a:rPr lang="en-US" sz="2000" dirty="0"/>
              <a:t>Turn-base </a:t>
            </a:r>
          </a:p>
          <a:p>
            <a:r>
              <a:rPr lang="en-US" sz="2000" dirty="0"/>
              <a:t>Adventure</a:t>
            </a:r>
          </a:p>
          <a:p>
            <a:r>
              <a:rPr lang="en-US" sz="2000" dirty="0"/>
              <a:t>Single Player</a:t>
            </a:r>
          </a:p>
          <a:p>
            <a:endParaRPr lang="en-US" sz="2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2487559-1461-1A89-3059-BA6BEBF886DB}"/>
              </a:ext>
            </a:extLst>
          </p:cNvPr>
          <p:cNvSpPr txBox="1">
            <a:spLocks/>
          </p:cNvSpPr>
          <p:nvPr/>
        </p:nvSpPr>
        <p:spPr>
          <a:xfrm>
            <a:off x="7016506" y="319302"/>
            <a:ext cx="4837252" cy="668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Target Pasar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4C48D1-AC93-B25C-1350-77A998B9DDDE}"/>
              </a:ext>
            </a:extLst>
          </p:cNvPr>
          <p:cNvSpPr txBox="1">
            <a:spLocks/>
          </p:cNvSpPr>
          <p:nvPr/>
        </p:nvSpPr>
        <p:spPr>
          <a:xfrm>
            <a:off x="7016506" y="857668"/>
            <a:ext cx="4837252" cy="16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/>
              <a:t>Pemain</a:t>
            </a:r>
            <a:r>
              <a:rPr lang="en-US" sz="2000" dirty="0"/>
              <a:t> game JRPG Turn-Base</a:t>
            </a:r>
          </a:p>
          <a:p>
            <a:r>
              <a:rPr lang="en-US" sz="2000" dirty="0" err="1"/>
              <a:t>Pemain</a:t>
            </a:r>
            <a:r>
              <a:rPr lang="en-US" sz="2000" dirty="0"/>
              <a:t> yang </a:t>
            </a:r>
            <a:r>
              <a:rPr lang="en-US" sz="2000" dirty="0" err="1"/>
              <a:t>menyukai</a:t>
            </a:r>
            <a:r>
              <a:rPr lang="en-US" sz="2000" dirty="0"/>
              <a:t> game Visual Novel</a:t>
            </a:r>
          </a:p>
          <a:p>
            <a:r>
              <a:rPr lang="en-US" sz="2000" dirty="0" err="1"/>
              <a:t>Penyuka</a:t>
            </a:r>
            <a:r>
              <a:rPr lang="en-US" sz="2000" dirty="0"/>
              <a:t> Game Pixel Art</a:t>
            </a:r>
          </a:p>
          <a:p>
            <a:r>
              <a:rPr lang="en-US" sz="2000" dirty="0" err="1"/>
              <a:t>Penyuka</a:t>
            </a:r>
            <a:r>
              <a:rPr lang="en-US" sz="2000" dirty="0"/>
              <a:t> </a:t>
            </a:r>
            <a:r>
              <a:rPr lang="en-US" sz="2000" dirty="0" err="1"/>
              <a:t>cerita</a:t>
            </a:r>
            <a:r>
              <a:rPr lang="en-US" sz="2000" dirty="0"/>
              <a:t> </a:t>
            </a:r>
            <a:r>
              <a:rPr lang="en-US" sz="2000" dirty="0" err="1"/>
              <a:t>fiksi</a:t>
            </a: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7F11FFD-DE20-9F27-4796-C3A3628025AF}"/>
              </a:ext>
            </a:extLst>
          </p:cNvPr>
          <p:cNvSpPr txBox="1">
            <a:spLocks/>
          </p:cNvSpPr>
          <p:nvPr/>
        </p:nvSpPr>
        <p:spPr>
          <a:xfrm>
            <a:off x="3141502" y="870939"/>
            <a:ext cx="4242711" cy="96755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Persona 2 (</a:t>
            </a:r>
            <a:r>
              <a:rPr lang="en-US" sz="2000" dirty="0" err="1"/>
              <a:t>Tilemap</a:t>
            </a:r>
            <a:r>
              <a:rPr lang="en-US" sz="2000" dirty="0"/>
              <a:t> Battle)</a:t>
            </a:r>
          </a:p>
          <a:p>
            <a:r>
              <a:rPr lang="en-US" sz="2000" dirty="0" err="1"/>
              <a:t>Dororo</a:t>
            </a:r>
            <a:r>
              <a:rPr lang="en-US" sz="2000" dirty="0"/>
              <a:t> (Cerita, Iblis)</a:t>
            </a:r>
          </a:p>
          <a:p>
            <a:r>
              <a:rPr lang="en-US" sz="2000" dirty="0"/>
              <a:t>Persona 3 (</a:t>
            </a:r>
            <a:r>
              <a:rPr lang="en-US" sz="2000" dirty="0" err="1"/>
              <a:t>Suffle</a:t>
            </a:r>
            <a:r>
              <a:rPr lang="en-US" sz="2000" dirty="0"/>
              <a:t> card)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A0576B-21C7-07F5-FDCD-F81F1B6F32C1}"/>
              </a:ext>
            </a:extLst>
          </p:cNvPr>
          <p:cNvSpPr txBox="1">
            <a:spLocks/>
          </p:cNvSpPr>
          <p:nvPr/>
        </p:nvSpPr>
        <p:spPr>
          <a:xfrm>
            <a:off x="3141502" y="264807"/>
            <a:ext cx="1758303" cy="7770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err="1"/>
              <a:t>Inspirasi</a:t>
            </a:r>
            <a:endParaRPr lang="en-US" sz="32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80A1B02-EE18-CBD5-9679-E481AF87FE9C}"/>
              </a:ext>
            </a:extLst>
          </p:cNvPr>
          <p:cNvSpPr txBox="1">
            <a:spLocks/>
          </p:cNvSpPr>
          <p:nvPr/>
        </p:nvSpPr>
        <p:spPr>
          <a:xfrm>
            <a:off x="473016" y="3291433"/>
            <a:ext cx="1964301" cy="719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Gameplay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27E42A5-821D-A377-39CB-53780C6E0F0D}"/>
              </a:ext>
            </a:extLst>
          </p:cNvPr>
          <p:cNvSpPr txBox="1">
            <a:spLocks/>
          </p:cNvSpPr>
          <p:nvPr/>
        </p:nvSpPr>
        <p:spPr>
          <a:xfrm>
            <a:off x="473016" y="4130523"/>
            <a:ext cx="11380742" cy="2513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dirty="0"/>
              <a:t>Time Loop: Jika </a:t>
            </a:r>
            <a:r>
              <a:rPr lang="en-US" sz="2000" dirty="0" err="1"/>
              <a:t>pemain</a:t>
            </a:r>
            <a:r>
              <a:rPr lang="en-US" sz="2000" dirty="0"/>
              <a:t> </a:t>
            </a:r>
            <a:r>
              <a:rPr lang="en-US" sz="2000" dirty="0" err="1"/>
              <a:t>mati</a:t>
            </a:r>
            <a:r>
              <a:rPr lang="en-US" sz="2000" dirty="0"/>
              <a:t>, </a:t>
            </a:r>
            <a:r>
              <a:rPr lang="en-US" sz="2000" dirty="0" err="1"/>
              <a:t>pemain</a:t>
            </a:r>
            <a:r>
              <a:rPr lang="en-US" sz="2000" dirty="0"/>
              <a:t> </a:t>
            </a:r>
            <a:r>
              <a:rPr lang="en-US" sz="2000" dirty="0" err="1"/>
              <a:t>mengulang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awal</a:t>
            </a:r>
            <a:r>
              <a:rPr lang="en-US" sz="2000" dirty="0"/>
              <a:t> stage dungeon.</a:t>
            </a:r>
          </a:p>
          <a:p>
            <a:pPr algn="just"/>
            <a:r>
              <a:rPr lang="en-US" sz="2000" dirty="0"/>
              <a:t>Permanent Progression: </a:t>
            </a:r>
            <a:r>
              <a:rPr lang="en-US" sz="2000" dirty="0" err="1"/>
              <a:t>Setelah</a:t>
            </a:r>
            <a:r>
              <a:rPr lang="en-US" sz="2000" dirty="0"/>
              <a:t> </a:t>
            </a:r>
            <a:r>
              <a:rPr lang="en-US" sz="2000" dirty="0" err="1"/>
              <a:t>menyelesaikan</a:t>
            </a:r>
            <a:r>
              <a:rPr lang="en-US" sz="2000" dirty="0"/>
              <a:t> </a:t>
            </a:r>
            <a:r>
              <a:rPr lang="en-US" sz="2000" dirty="0" err="1"/>
              <a:t>dugeon</a:t>
            </a:r>
            <a:r>
              <a:rPr lang="en-US" sz="2000" dirty="0"/>
              <a:t>, </a:t>
            </a:r>
            <a:r>
              <a:rPr lang="en-US" sz="2000" dirty="0" err="1"/>
              <a:t>senjata</a:t>
            </a:r>
            <a:r>
              <a:rPr lang="en-US" sz="2000" dirty="0"/>
              <a:t> dan stat yang </a:t>
            </a:r>
            <a:r>
              <a:rPr lang="en-US" sz="2000" dirty="0" err="1"/>
              <a:t>sudah</a:t>
            </a:r>
            <a:r>
              <a:rPr lang="en-US" sz="2000" dirty="0"/>
              <a:t> </a:t>
            </a:r>
            <a:r>
              <a:rPr lang="en-US" sz="2000" dirty="0" err="1"/>
              <a:t>ditingkatkan</a:t>
            </a:r>
            <a:r>
              <a:rPr lang="en-US" sz="2000" dirty="0"/>
              <a:t>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hilang</a:t>
            </a:r>
            <a:r>
              <a:rPr lang="en-US" sz="2000" dirty="0"/>
              <a:t> (Auto save).</a:t>
            </a:r>
          </a:p>
          <a:p>
            <a:pPr algn="just"/>
            <a:r>
              <a:rPr lang="en-US" sz="2000" dirty="0"/>
              <a:t>Dynamic Layout: </a:t>
            </a:r>
            <a:r>
              <a:rPr lang="en-US" sz="2000" dirty="0" err="1"/>
              <a:t>Setiap</a:t>
            </a:r>
            <a:r>
              <a:rPr lang="en-US" sz="2000" dirty="0"/>
              <a:t> kali </a:t>
            </a:r>
            <a:r>
              <a:rPr lang="en-US" sz="2000" dirty="0" err="1"/>
              <a:t>waktu</a:t>
            </a:r>
            <a:r>
              <a:rPr lang="en-US" sz="2000" dirty="0"/>
              <a:t> </a:t>
            </a:r>
            <a:r>
              <a:rPr lang="en-US" sz="2000" dirty="0" err="1"/>
              <a:t>berulang</a:t>
            </a:r>
            <a:r>
              <a:rPr lang="en-US" sz="2000" dirty="0"/>
              <a:t>, tata </a:t>
            </a:r>
            <a:r>
              <a:rPr lang="en-US" sz="2000" dirty="0" err="1"/>
              <a:t>letak</a:t>
            </a:r>
            <a:r>
              <a:rPr lang="en-US" sz="2000" dirty="0"/>
              <a:t> monster, </a:t>
            </a:r>
            <a:r>
              <a:rPr lang="en-US" sz="2000" dirty="0" err="1"/>
              <a:t>jebakan</a:t>
            </a:r>
            <a:r>
              <a:rPr lang="en-US" sz="2000" dirty="0"/>
              <a:t>, dan </a:t>
            </a:r>
            <a:r>
              <a:rPr lang="en-US" sz="2000" dirty="0" err="1"/>
              <a:t>peti</a:t>
            </a:r>
            <a:r>
              <a:rPr lang="en-US" sz="2000" dirty="0"/>
              <a:t> </a:t>
            </a:r>
            <a:r>
              <a:rPr lang="en-US" sz="2000" dirty="0" err="1"/>
              <a:t>harta</a:t>
            </a:r>
            <a:r>
              <a:rPr lang="en-US" sz="2000" dirty="0"/>
              <a:t> </a:t>
            </a:r>
            <a:r>
              <a:rPr lang="en-US" sz="2000" dirty="0" err="1"/>
              <a:t>karun</a:t>
            </a:r>
            <a:r>
              <a:rPr lang="en-US" sz="2000" dirty="0"/>
              <a:t> di </a:t>
            </a:r>
            <a:r>
              <a:rPr lang="en-US" sz="2000" dirty="0" err="1"/>
              <a:t>peta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berubah</a:t>
            </a:r>
            <a:r>
              <a:rPr lang="en-US" sz="2000" dirty="0"/>
              <a:t> </a:t>
            </a:r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dirty="0" err="1"/>
              <a:t>acak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2342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1F1B6-2998-D978-48DF-645FC3DF2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0"/>
            <a:ext cx="10515600" cy="1325563"/>
          </a:xfrm>
        </p:spPr>
        <p:txBody>
          <a:bodyPr/>
          <a:lstStyle/>
          <a:p>
            <a:r>
              <a:rPr lang="en-US" dirty="0"/>
              <a:t>Platform Target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06261-C7B2-2934-5888-586C1E2A2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29441"/>
            <a:ext cx="10515600" cy="99987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PC dan Console, </a:t>
            </a:r>
            <a:r>
              <a:rPr lang="en-US" dirty="0" err="1"/>
              <a:t>karena</a:t>
            </a:r>
            <a:r>
              <a:rPr lang="en-US" dirty="0"/>
              <a:t> game visual novel </a:t>
            </a:r>
            <a:r>
              <a:rPr lang="en-US" dirty="0" err="1"/>
              <a:t>nyamannya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sambil</a:t>
            </a:r>
            <a:r>
              <a:rPr lang="en-US" dirty="0"/>
              <a:t> </a:t>
            </a:r>
            <a:r>
              <a:rPr lang="en-US" dirty="0" err="1"/>
              <a:t>santai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94E911C-FCC2-CAD8-BD05-7D78005E0A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Keunikan Game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C2DE3FA-D625-B466-24F9-89BDAC7F1E62}"/>
              </a:ext>
            </a:extLst>
          </p:cNvPr>
          <p:cNvSpPr txBox="1">
            <a:spLocks/>
          </p:cNvSpPr>
          <p:nvPr/>
        </p:nvSpPr>
        <p:spPr>
          <a:xfrm>
            <a:off x="838200" y="1588071"/>
            <a:ext cx="10515600" cy="222192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Hubungan</a:t>
            </a:r>
            <a:r>
              <a:rPr lang="en-US" dirty="0"/>
              <a:t> Organ </a:t>
            </a:r>
            <a:r>
              <a:rPr lang="en-US" dirty="0" err="1"/>
              <a:t>Tubuh</a:t>
            </a:r>
            <a:r>
              <a:rPr lang="en-US" dirty="0"/>
              <a:t> &amp; </a:t>
            </a:r>
            <a:r>
              <a:rPr lang="en-US" dirty="0" err="1"/>
              <a:t>Progresi</a:t>
            </a:r>
            <a:endParaRPr lang="en-US" dirty="0"/>
          </a:p>
          <a:p>
            <a:r>
              <a:rPr lang="en-US" dirty="0" err="1"/>
              <a:t>Mekanik</a:t>
            </a:r>
            <a:r>
              <a:rPr lang="en-US" dirty="0"/>
              <a:t> Visi Jiwa yang </a:t>
            </a:r>
            <a:r>
              <a:rPr lang="en-US" dirty="0" err="1"/>
              <a:t>Manipulatif</a:t>
            </a:r>
            <a:r>
              <a:rPr lang="en-US" dirty="0"/>
              <a:t> (aura </a:t>
            </a:r>
            <a:r>
              <a:rPr lang="en-US" dirty="0" err="1"/>
              <a:t>merah</a:t>
            </a:r>
            <a:r>
              <a:rPr lang="en-US" dirty="0"/>
              <a:t> </a:t>
            </a:r>
            <a:r>
              <a:rPr lang="en-US" dirty="0" err="1"/>
              <a:t>iblis</a:t>
            </a:r>
            <a:r>
              <a:rPr lang="en-US" dirty="0"/>
              <a:t>, aura </a:t>
            </a:r>
            <a:r>
              <a:rPr lang="en-US" dirty="0" err="1"/>
              <a:t>putih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)</a:t>
            </a:r>
          </a:p>
          <a:p>
            <a:r>
              <a:rPr lang="en-US" dirty="0" err="1"/>
              <a:t>Implementasi</a:t>
            </a:r>
            <a:r>
              <a:rPr lang="en-US" dirty="0"/>
              <a:t> "Loop" Ganda (</a:t>
            </a:r>
            <a:r>
              <a:rPr lang="en-US" dirty="0" err="1"/>
              <a:t>gamplay</a:t>
            </a:r>
            <a:r>
              <a:rPr lang="en-US" dirty="0"/>
              <a:t> dan </a:t>
            </a:r>
            <a:r>
              <a:rPr lang="en-US" dirty="0" err="1"/>
              <a:t>narasi</a:t>
            </a:r>
            <a:r>
              <a:rPr lang="en-US" dirty="0"/>
              <a:t>/</a:t>
            </a:r>
            <a:r>
              <a:rPr lang="en-US" dirty="0" err="1"/>
              <a:t>konflik</a:t>
            </a:r>
            <a:r>
              <a:rPr lang="en-US" dirty="0"/>
              <a:t>)</a:t>
            </a:r>
          </a:p>
          <a:p>
            <a:r>
              <a:rPr lang="en-US" dirty="0"/>
              <a:t>Plot Twist "Kakek Yanto" &amp; </a:t>
            </a:r>
            <a:r>
              <a:rPr lang="en-US" dirty="0" err="1"/>
              <a:t>Patahnya</a:t>
            </a:r>
            <a:r>
              <a:rPr lang="en-US" dirty="0"/>
              <a:t> </a:t>
            </a:r>
            <a:r>
              <a:rPr lang="en-US" dirty="0" err="1"/>
              <a:t>Lingkaran</a:t>
            </a:r>
            <a:r>
              <a:rPr lang="en-US" dirty="0"/>
              <a:t> </a:t>
            </a:r>
            <a:r>
              <a:rPr lang="en-US" dirty="0" err="1"/>
              <a:t>Kebencian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175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081F85F-9EDC-8F39-2580-75A7D2CBC922}"/>
              </a:ext>
            </a:extLst>
          </p:cNvPr>
          <p:cNvSpPr/>
          <p:nvPr/>
        </p:nvSpPr>
        <p:spPr>
          <a:xfrm>
            <a:off x="401320" y="182880"/>
            <a:ext cx="11389360" cy="64922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D0F9C6-5965-6FCA-6D0F-788618C83512}"/>
              </a:ext>
            </a:extLst>
          </p:cNvPr>
          <p:cNvSpPr/>
          <p:nvPr/>
        </p:nvSpPr>
        <p:spPr>
          <a:xfrm>
            <a:off x="182880" y="324485"/>
            <a:ext cx="11826240" cy="625856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9DA46F-AECB-1E99-5406-06A657632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4245"/>
            <a:ext cx="10515600" cy="1325563"/>
          </a:xfrm>
        </p:spPr>
        <p:txBody>
          <a:bodyPr/>
          <a:lstStyle/>
          <a:p>
            <a:pPr algn="ctr"/>
            <a:r>
              <a:rPr lang="it-IT" sz="32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Implementasi Tema Loop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3C414-6BD2-2CC7-7B56-0C8C29B99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9337"/>
            <a:ext cx="10515600" cy="294277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solidFill>
                  <a:schemeClr val="bg1"/>
                </a:solidFill>
              </a:rPr>
              <a:t>Ada </a:t>
            </a:r>
            <a:r>
              <a:rPr lang="en-US" dirty="0" err="1">
                <a:solidFill>
                  <a:schemeClr val="bg1"/>
                </a:solidFill>
              </a:rPr>
              <a:t>enam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Dugeon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tiap</a:t>
            </a:r>
            <a:r>
              <a:rPr lang="en-US" dirty="0">
                <a:solidFill>
                  <a:schemeClr val="bg1"/>
                </a:solidFill>
              </a:rPr>
              <a:t> Dungeon </a:t>
            </a:r>
            <a:r>
              <a:rPr lang="en-US" dirty="0" err="1">
                <a:solidFill>
                  <a:schemeClr val="bg1"/>
                </a:solidFill>
              </a:rPr>
              <a:t>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melakukan</a:t>
            </a:r>
            <a:r>
              <a:rPr lang="en-US" dirty="0">
                <a:solidFill>
                  <a:schemeClr val="bg1"/>
                </a:solidFill>
              </a:rPr>
              <a:t> griding dan </a:t>
            </a:r>
            <a:r>
              <a:rPr lang="en-US" dirty="0" err="1">
                <a:solidFill>
                  <a:schemeClr val="bg1"/>
                </a:solidFill>
              </a:rPr>
              <a:t>memperkuat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dengan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suffle</a:t>
            </a:r>
            <a:r>
              <a:rPr lang="en-US" dirty="0">
                <a:solidFill>
                  <a:schemeClr val="bg1"/>
                </a:solidFill>
              </a:rPr>
              <a:t> card yang </a:t>
            </a:r>
            <a:r>
              <a:rPr lang="en-US" dirty="0" err="1">
                <a:solidFill>
                  <a:schemeClr val="bg1"/>
                </a:solidFill>
              </a:rPr>
              <a:t>berisi</a:t>
            </a:r>
            <a:r>
              <a:rPr lang="en-US" dirty="0">
                <a:solidFill>
                  <a:schemeClr val="bg1"/>
                </a:solidFill>
              </a:rPr>
              <a:t> item dan buff agar </a:t>
            </a:r>
            <a:r>
              <a:rPr lang="en-US" dirty="0" err="1">
                <a:solidFill>
                  <a:schemeClr val="bg1"/>
                </a:solidFill>
              </a:rPr>
              <a:t>kuat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untuk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melawan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melawan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bos</a:t>
            </a:r>
            <a:r>
              <a:rPr lang="en-US" dirty="0">
                <a:solidFill>
                  <a:schemeClr val="bg1"/>
                </a:solidFill>
              </a:rPr>
              <a:t> dungeon, </a:t>
            </a:r>
            <a:r>
              <a:rPr lang="en-US" dirty="0" err="1">
                <a:solidFill>
                  <a:schemeClr val="bg1"/>
                </a:solidFill>
              </a:rPr>
              <a:t>jika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mati</a:t>
            </a:r>
            <a:r>
              <a:rPr lang="en-US" dirty="0">
                <a:solidFill>
                  <a:schemeClr val="bg1"/>
                </a:solidFill>
              </a:rPr>
              <a:t> di </a:t>
            </a:r>
            <a:r>
              <a:rPr lang="en-US" dirty="0" err="1">
                <a:solidFill>
                  <a:schemeClr val="bg1"/>
                </a:solidFill>
              </a:rPr>
              <a:t>pertengahan</a:t>
            </a:r>
            <a:r>
              <a:rPr lang="en-US" dirty="0">
                <a:solidFill>
                  <a:schemeClr val="bg1"/>
                </a:solidFill>
              </a:rPr>
              <a:t> game </a:t>
            </a:r>
            <a:r>
              <a:rPr lang="en-US" dirty="0" err="1">
                <a:solidFill>
                  <a:schemeClr val="bg1"/>
                </a:solidFill>
              </a:rPr>
              <a:t>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ulang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awal</a:t>
            </a:r>
            <a:r>
              <a:rPr lang="en-US" dirty="0">
                <a:solidFill>
                  <a:schemeClr val="bg1"/>
                </a:solidFill>
              </a:rPr>
              <a:t> dungeon, </a:t>
            </a:r>
            <a:r>
              <a:rPr lang="en-US" dirty="0" err="1">
                <a:solidFill>
                  <a:schemeClr val="bg1"/>
                </a:solidFill>
              </a:rPr>
              <a:t>penigkatan</a:t>
            </a:r>
            <a:r>
              <a:rPr lang="en-US" dirty="0">
                <a:solidFill>
                  <a:schemeClr val="bg1"/>
                </a:solidFill>
              </a:rPr>
              <a:t> stat dan item yang </a:t>
            </a:r>
            <a:r>
              <a:rPr lang="en-US" dirty="0" err="1">
                <a:solidFill>
                  <a:schemeClr val="bg1"/>
                </a:solidFill>
              </a:rPr>
              <a:t>didapatkan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hilang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algn="just"/>
            <a:r>
              <a:rPr lang="en-US" dirty="0" err="1">
                <a:solidFill>
                  <a:schemeClr val="bg1"/>
                </a:solidFill>
              </a:rPr>
              <a:t>Selama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perjalanan</a:t>
            </a:r>
            <a:r>
              <a:rPr lang="en-US" dirty="0">
                <a:solidFill>
                  <a:schemeClr val="bg1"/>
                </a:solidFill>
              </a:rPr>
              <a:t> dan </a:t>
            </a:r>
            <a:r>
              <a:rPr lang="en-US" dirty="0" err="1">
                <a:solidFill>
                  <a:schemeClr val="bg1"/>
                </a:solidFill>
              </a:rPr>
              <a:t>cara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mendaptkan</a:t>
            </a:r>
            <a:r>
              <a:rPr lang="en-US" dirty="0">
                <a:solidFill>
                  <a:schemeClr val="bg1"/>
                </a:solidFill>
              </a:rPr>
              <a:t> organ </a:t>
            </a:r>
            <a:r>
              <a:rPr lang="en-US" dirty="0" err="1">
                <a:solidFill>
                  <a:schemeClr val="bg1"/>
                </a:solidFill>
              </a:rPr>
              <a:t>tubuhnya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bisa</a:t>
            </a:r>
            <a:r>
              <a:rPr lang="en-US" dirty="0">
                <a:solidFill>
                  <a:schemeClr val="bg1"/>
                </a:solidFill>
              </a:rPr>
              <a:t> di </a:t>
            </a:r>
            <a:r>
              <a:rPr lang="en-US" dirty="0" err="1">
                <a:solidFill>
                  <a:schemeClr val="bg1"/>
                </a:solidFill>
              </a:rPr>
              <a:t>katakan</a:t>
            </a:r>
            <a:r>
              <a:rPr lang="en-US" dirty="0">
                <a:solidFill>
                  <a:schemeClr val="bg1"/>
                </a:solidFill>
              </a:rPr>
              <a:t> loop </a:t>
            </a:r>
            <a:r>
              <a:rPr lang="en-US" dirty="0" err="1">
                <a:solidFill>
                  <a:schemeClr val="bg1"/>
                </a:solidFill>
              </a:rPr>
              <a:t>karena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metode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sama</a:t>
            </a:r>
            <a:r>
              <a:rPr lang="en-US" dirty="0">
                <a:solidFill>
                  <a:schemeClr val="bg1"/>
                </a:solidFill>
              </a:rPr>
              <a:t> 5 kali </a:t>
            </a:r>
            <a:r>
              <a:rPr lang="en-US" dirty="0" err="1">
                <a:solidFill>
                  <a:schemeClr val="bg1"/>
                </a:solidFill>
              </a:rPr>
              <a:t>harus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konflik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dengan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warga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desa</a:t>
            </a:r>
            <a:r>
              <a:rPr lang="en-US" dirty="0">
                <a:solidFill>
                  <a:schemeClr val="bg1"/>
                </a:solidFill>
              </a:rPr>
              <a:t> dan </a:t>
            </a:r>
            <a:r>
              <a:rPr lang="en-US" dirty="0" err="1">
                <a:solidFill>
                  <a:schemeClr val="bg1"/>
                </a:solidFill>
              </a:rPr>
              <a:t>mencari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petunjuk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mengalahkan</a:t>
            </a:r>
            <a:r>
              <a:rPr lang="en-US" dirty="0">
                <a:solidFill>
                  <a:schemeClr val="bg1"/>
                </a:solidFill>
              </a:rPr>
              <a:t> yokai, </a:t>
            </a:r>
            <a:r>
              <a:rPr lang="en-US" dirty="0" err="1">
                <a:solidFill>
                  <a:schemeClr val="bg1"/>
                </a:solidFill>
              </a:rPr>
              <a:t>mendapatkan</a:t>
            </a:r>
            <a:r>
              <a:rPr lang="en-US" dirty="0">
                <a:solidFill>
                  <a:schemeClr val="bg1"/>
                </a:solidFill>
              </a:rPr>
              <a:t> organ yang </a:t>
            </a:r>
            <a:r>
              <a:rPr lang="en-US" dirty="0" err="1">
                <a:solidFill>
                  <a:schemeClr val="bg1"/>
                </a:solidFill>
              </a:rPr>
              <a:t>hilang</a:t>
            </a:r>
            <a:r>
              <a:rPr lang="en-US" dirty="0">
                <a:solidFill>
                  <a:schemeClr val="bg1"/>
                </a:solidFill>
              </a:rPr>
              <a:t> dan </a:t>
            </a:r>
            <a:r>
              <a:rPr lang="en-US" dirty="0" err="1">
                <a:solidFill>
                  <a:schemeClr val="bg1"/>
                </a:solidFill>
              </a:rPr>
              <a:t>mendapatkan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petunjuk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selanjutnya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494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B1E91B-A7A8-05B9-0286-68306340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A8C22D-5E33-D6CE-E8A2-C2707D1B5B6B}"/>
              </a:ext>
            </a:extLst>
          </p:cNvPr>
          <p:cNvSpPr/>
          <p:nvPr/>
        </p:nvSpPr>
        <p:spPr>
          <a:xfrm>
            <a:off x="401320" y="182880"/>
            <a:ext cx="11389360" cy="64922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6256B8-A3BE-E271-17E8-6332614156BE}"/>
              </a:ext>
            </a:extLst>
          </p:cNvPr>
          <p:cNvSpPr/>
          <p:nvPr/>
        </p:nvSpPr>
        <p:spPr>
          <a:xfrm>
            <a:off x="182880" y="324485"/>
            <a:ext cx="11826240" cy="625856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C4B72AD-D484-0586-4026-320D830A1283}"/>
              </a:ext>
            </a:extLst>
          </p:cNvPr>
          <p:cNvSpPr/>
          <p:nvPr/>
        </p:nvSpPr>
        <p:spPr>
          <a:xfrm>
            <a:off x="938530" y="785495"/>
            <a:ext cx="1323975" cy="9906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9979C0D-7794-B348-CFC0-BB6DC5AA7878}"/>
              </a:ext>
            </a:extLst>
          </p:cNvPr>
          <p:cNvSpPr/>
          <p:nvPr/>
        </p:nvSpPr>
        <p:spPr>
          <a:xfrm>
            <a:off x="3400742" y="785495"/>
            <a:ext cx="1724025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iamond 40">
            <a:extLst>
              <a:ext uri="{FF2B5EF4-FFF2-40B4-BE49-F238E27FC236}">
                <a16:creationId xmlns:a16="http://schemas.microsoft.com/office/drawing/2014/main" id="{1E7AC799-6427-4769-6F26-62CAEDBEB74A}"/>
              </a:ext>
            </a:extLst>
          </p:cNvPr>
          <p:cNvSpPr/>
          <p:nvPr/>
        </p:nvSpPr>
        <p:spPr>
          <a:xfrm>
            <a:off x="6177280" y="585470"/>
            <a:ext cx="1485900" cy="1390650"/>
          </a:xfrm>
          <a:prstGeom prst="diamon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382F108-A5D4-43FD-644D-7F9A8E128D5C}"/>
              </a:ext>
            </a:extLst>
          </p:cNvPr>
          <p:cNvSpPr/>
          <p:nvPr/>
        </p:nvSpPr>
        <p:spPr>
          <a:xfrm>
            <a:off x="9153837" y="770018"/>
            <a:ext cx="1743075" cy="10580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147B8A5-AC5C-17F5-5999-93B3CCAB20E2}"/>
              </a:ext>
            </a:extLst>
          </p:cNvPr>
          <p:cNvSpPr/>
          <p:nvPr/>
        </p:nvSpPr>
        <p:spPr>
          <a:xfrm>
            <a:off x="9353866" y="5319395"/>
            <a:ext cx="1323975" cy="9906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73FA0F66-DA58-1568-B515-5059F5980D81}"/>
              </a:ext>
            </a:extLst>
          </p:cNvPr>
          <p:cNvSpPr/>
          <p:nvPr/>
        </p:nvSpPr>
        <p:spPr>
          <a:xfrm>
            <a:off x="9282424" y="2957195"/>
            <a:ext cx="1485900" cy="1390650"/>
          </a:xfrm>
          <a:prstGeom prst="diamon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3DECD11-20E7-ED26-7CCB-ADC11C94CAEF}"/>
              </a:ext>
            </a:extLst>
          </p:cNvPr>
          <p:cNvSpPr/>
          <p:nvPr/>
        </p:nvSpPr>
        <p:spPr>
          <a:xfrm>
            <a:off x="5935224" y="3127187"/>
            <a:ext cx="1970007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860E7A-6B05-23CB-3E76-3F3864CBCC68}"/>
              </a:ext>
            </a:extLst>
          </p:cNvPr>
          <p:cNvSpPr txBox="1"/>
          <p:nvPr/>
        </p:nvSpPr>
        <p:spPr>
          <a:xfrm>
            <a:off x="1240482" y="1119545"/>
            <a:ext cx="72006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Mulai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1CB3560-6D99-1569-80BA-6682E1394CD5}"/>
              </a:ext>
            </a:extLst>
          </p:cNvPr>
          <p:cNvSpPr txBox="1"/>
          <p:nvPr/>
        </p:nvSpPr>
        <p:spPr>
          <a:xfrm>
            <a:off x="6386268" y="1096129"/>
            <a:ext cx="106792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Menang</a:t>
            </a:r>
            <a:r>
              <a:rPr lang="en-US" dirty="0"/>
              <a:t>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ED8705-E3EE-3229-8972-6C670CBB01F3}"/>
              </a:ext>
            </a:extLst>
          </p:cNvPr>
          <p:cNvSpPr txBox="1"/>
          <p:nvPr/>
        </p:nvSpPr>
        <p:spPr>
          <a:xfrm>
            <a:off x="9481892" y="3456871"/>
            <a:ext cx="106792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Menang</a:t>
            </a:r>
            <a:r>
              <a:rPr lang="en-US" dirty="0"/>
              <a:t>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F511EC-714E-C70D-DCC9-49971FF318C8}"/>
              </a:ext>
            </a:extLst>
          </p:cNvPr>
          <p:cNvSpPr txBox="1"/>
          <p:nvPr/>
        </p:nvSpPr>
        <p:spPr>
          <a:xfrm>
            <a:off x="9619656" y="5630029"/>
            <a:ext cx="81144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selesai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1CE26EB-00D5-D23D-DD44-AF365C8D064D}"/>
              </a:ext>
            </a:extLst>
          </p:cNvPr>
          <p:cNvSpPr txBox="1"/>
          <p:nvPr/>
        </p:nvSpPr>
        <p:spPr>
          <a:xfrm>
            <a:off x="5969396" y="3329354"/>
            <a:ext cx="197000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Buff dan item yang </a:t>
            </a:r>
            <a:r>
              <a:rPr lang="en-US" dirty="0" err="1"/>
              <a:t>didapat</a:t>
            </a:r>
            <a:r>
              <a:rPr lang="en-US" dirty="0"/>
              <a:t> </a:t>
            </a:r>
            <a:r>
              <a:rPr lang="en-US" dirty="0" err="1"/>
              <a:t>hilang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5C7810A-6ACE-10C8-E093-0802E596EC08}"/>
              </a:ext>
            </a:extLst>
          </p:cNvPr>
          <p:cNvSpPr txBox="1"/>
          <p:nvPr/>
        </p:nvSpPr>
        <p:spPr>
          <a:xfrm>
            <a:off x="9258659" y="1129070"/>
            <a:ext cx="153343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Melawan</a:t>
            </a:r>
            <a:r>
              <a:rPr lang="en-US" dirty="0"/>
              <a:t> Boss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2D45B1C-4E9A-ABE9-7371-5D31DC72B9F4}"/>
              </a:ext>
            </a:extLst>
          </p:cNvPr>
          <p:cNvSpPr txBox="1"/>
          <p:nvPr/>
        </p:nvSpPr>
        <p:spPr>
          <a:xfrm>
            <a:off x="3826994" y="1096129"/>
            <a:ext cx="86914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Griding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238809C-9105-8FAD-D3F9-BD9728A36428}"/>
              </a:ext>
            </a:extLst>
          </p:cNvPr>
          <p:cNvCxnSpPr>
            <a:stCxn id="39" idx="6"/>
            <a:endCxn id="40" idx="1"/>
          </p:cNvCxnSpPr>
          <p:nvPr/>
        </p:nvCxnSpPr>
        <p:spPr>
          <a:xfrm>
            <a:off x="2262505" y="1280795"/>
            <a:ext cx="113823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638239F-D08B-B735-A413-F139A0EAF8BE}"/>
              </a:ext>
            </a:extLst>
          </p:cNvPr>
          <p:cNvCxnSpPr>
            <a:cxnSpLocks/>
            <a:stCxn id="40" idx="3"/>
            <a:endCxn id="41" idx="1"/>
          </p:cNvCxnSpPr>
          <p:nvPr/>
        </p:nvCxnSpPr>
        <p:spPr>
          <a:xfrm>
            <a:off x="5124767" y="1280795"/>
            <a:ext cx="1052513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A59F65B-CD82-6836-7E88-C0DDD4FDED0C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>
            <a:off x="7663180" y="1280795"/>
            <a:ext cx="1490657" cy="182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E690A5D-E791-7125-E85D-6A54883414D0}"/>
              </a:ext>
            </a:extLst>
          </p:cNvPr>
          <p:cNvCxnSpPr>
            <a:cxnSpLocks/>
            <a:stCxn id="42" idx="2"/>
            <a:endCxn id="44" idx="0"/>
          </p:cNvCxnSpPr>
          <p:nvPr/>
        </p:nvCxnSpPr>
        <p:spPr>
          <a:xfrm flipH="1">
            <a:off x="10025374" y="1828086"/>
            <a:ext cx="1" cy="112910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CCFC5E1-C88C-5146-4C8F-E1DCA6428979}"/>
              </a:ext>
            </a:extLst>
          </p:cNvPr>
          <p:cNvCxnSpPr>
            <a:cxnSpLocks/>
            <a:stCxn id="44" idx="2"/>
            <a:endCxn id="43" idx="0"/>
          </p:cNvCxnSpPr>
          <p:nvPr/>
        </p:nvCxnSpPr>
        <p:spPr>
          <a:xfrm flipH="1">
            <a:off x="10015854" y="4347845"/>
            <a:ext cx="9520" cy="97155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962CCB2-2B03-6ED2-8C11-34291D0B1CF5}"/>
              </a:ext>
            </a:extLst>
          </p:cNvPr>
          <p:cNvCxnSpPr>
            <a:cxnSpLocks/>
            <a:stCxn id="41" idx="2"/>
            <a:endCxn id="45" idx="0"/>
          </p:cNvCxnSpPr>
          <p:nvPr/>
        </p:nvCxnSpPr>
        <p:spPr>
          <a:xfrm flipH="1">
            <a:off x="6920228" y="1976120"/>
            <a:ext cx="2" cy="115106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B6A2F52-AB4C-3BF8-184C-047E2CCC8170}"/>
              </a:ext>
            </a:extLst>
          </p:cNvPr>
          <p:cNvCxnSpPr>
            <a:cxnSpLocks/>
            <a:stCxn id="50" idx="1"/>
            <a:endCxn id="39" idx="4"/>
          </p:cNvCxnSpPr>
          <p:nvPr/>
        </p:nvCxnSpPr>
        <p:spPr>
          <a:xfrm flipH="1" flipV="1">
            <a:off x="1600518" y="1776095"/>
            <a:ext cx="4368878" cy="187642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4B1E6B5-7736-7C30-B18F-A26B0EBE3924}"/>
              </a:ext>
            </a:extLst>
          </p:cNvPr>
          <p:cNvCxnSpPr>
            <a:stCxn id="44" idx="1"/>
            <a:endCxn id="50" idx="3"/>
          </p:cNvCxnSpPr>
          <p:nvPr/>
        </p:nvCxnSpPr>
        <p:spPr>
          <a:xfrm flipH="1">
            <a:off x="7939403" y="3652520"/>
            <a:ext cx="1343021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0692033-043D-8FDC-A8A6-4B1B490BBAC8}"/>
              </a:ext>
            </a:extLst>
          </p:cNvPr>
          <p:cNvSpPr txBox="1"/>
          <p:nvPr/>
        </p:nvSpPr>
        <p:spPr>
          <a:xfrm>
            <a:off x="10025374" y="4547483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Yes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5466F5C-AB43-9F2A-4DD3-3EE8CE874940}"/>
              </a:ext>
            </a:extLst>
          </p:cNvPr>
          <p:cNvSpPr txBox="1"/>
          <p:nvPr/>
        </p:nvSpPr>
        <p:spPr>
          <a:xfrm>
            <a:off x="8025130" y="944404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Yes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94113B6-8D55-78EF-1FB9-CAAE7626A7EB}"/>
              </a:ext>
            </a:extLst>
          </p:cNvPr>
          <p:cNvSpPr txBox="1"/>
          <p:nvPr/>
        </p:nvSpPr>
        <p:spPr>
          <a:xfrm>
            <a:off x="8408508" y="3253155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7D44718-3807-5197-C973-D4C8037471EB}"/>
              </a:ext>
            </a:extLst>
          </p:cNvPr>
          <p:cNvSpPr txBox="1"/>
          <p:nvPr/>
        </p:nvSpPr>
        <p:spPr>
          <a:xfrm>
            <a:off x="6926164" y="2239129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893358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80D087C-68B1-7952-75BA-FF8E2FBF5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1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Storyboard</a:t>
            </a:r>
          </a:p>
        </p:txBody>
      </p:sp>
    </p:spTree>
    <p:extLst>
      <p:ext uri="{BB962C8B-B14F-4D97-AF65-F5344CB8AC3E}">
        <p14:creationId xmlns:p14="http://schemas.microsoft.com/office/powerpoint/2010/main" val="932827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49CC656-F8F3-E8CF-D7FA-1CC182D89CEA}"/>
              </a:ext>
            </a:extLst>
          </p:cNvPr>
          <p:cNvSpPr/>
          <p:nvPr/>
        </p:nvSpPr>
        <p:spPr>
          <a:xfrm>
            <a:off x="1337094" y="1086928"/>
            <a:ext cx="9670212" cy="491705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DA4189-85EF-0B1E-F6D0-594F97C936F2}"/>
              </a:ext>
            </a:extLst>
          </p:cNvPr>
          <p:cNvSpPr/>
          <p:nvPr/>
        </p:nvSpPr>
        <p:spPr>
          <a:xfrm>
            <a:off x="4994694" y="3265097"/>
            <a:ext cx="2579298" cy="56071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7F032B-B2E6-7ABA-100B-D464664E9547}"/>
              </a:ext>
            </a:extLst>
          </p:cNvPr>
          <p:cNvSpPr/>
          <p:nvPr/>
        </p:nvSpPr>
        <p:spPr>
          <a:xfrm>
            <a:off x="4994694" y="4138522"/>
            <a:ext cx="2579298" cy="56071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 game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E96FB9-A84B-816B-CE48-96D70342519F}"/>
              </a:ext>
            </a:extLst>
          </p:cNvPr>
          <p:cNvSpPr/>
          <p:nvPr/>
        </p:nvSpPr>
        <p:spPr>
          <a:xfrm>
            <a:off x="9652958" y="5460521"/>
            <a:ext cx="1285336" cy="43994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4FAB29-1229-039F-4178-5A4FF5279D74}"/>
              </a:ext>
            </a:extLst>
          </p:cNvPr>
          <p:cNvSpPr txBox="1"/>
          <p:nvPr/>
        </p:nvSpPr>
        <p:spPr>
          <a:xfrm>
            <a:off x="5693435" y="3360789"/>
            <a:ext cx="179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game</a:t>
            </a:r>
          </a:p>
        </p:txBody>
      </p:sp>
    </p:spTree>
    <p:extLst>
      <p:ext uri="{BB962C8B-B14F-4D97-AF65-F5344CB8AC3E}">
        <p14:creationId xmlns:p14="http://schemas.microsoft.com/office/powerpoint/2010/main" val="1622291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43D9663-E60A-F897-D749-2D4378C75805}"/>
              </a:ext>
            </a:extLst>
          </p:cNvPr>
          <p:cNvSpPr/>
          <p:nvPr/>
        </p:nvSpPr>
        <p:spPr>
          <a:xfrm>
            <a:off x="577203" y="4067426"/>
            <a:ext cx="4572000" cy="2571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877C49-C1AD-197F-E5AA-B001141985FC}"/>
              </a:ext>
            </a:extLst>
          </p:cNvPr>
          <p:cNvSpPr/>
          <p:nvPr/>
        </p:nvSpPr>
        <p:spPr>
          <a:xfrm>
            <a:off x="577203" y="1100706"/>
            <a:ext cx="4572000" cy="2571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DF18ED-C532-6749-2A0B-7BABB95DE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28" y="1004821"/>
            <a:ext cx="4572000" cy="2571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3F60AB-F65A-F8C6-5A15-9126F084C7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28" y="3971541"/>
            <a:ext cx="4572000" cy="25717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E4D70F-273D-C9DA-C14E-09606CAC8F2D}"/>
              </a:ext>
            </a:extLst>
          </p:cNvPr>
          <p:cNvSpPr txBox="1"/>
          <p:nvPr/>
        </p:nvSpPr>
        <p:spPr>
          <a:xfrm>
            <a:off x="5396853" y="823666"/>
            <a:ext cx="4781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Tampilan</a:t>
            </a:r>
            <a:r>
              <a:rPr lang="en-US" sz="4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Battle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DE3749-F117-539C-B324-FE316B18421B}"/>
              </a:ext>
            </a:extLst>
          </p:cNvPr>
          <p:cNvSpPr txBox="1"/>
          <p:nvPr/>
        </p:nvSpPr>
        <p:spPr>
          <a:xfrm>
            <a:off x="5512277" y="4872695"/>
            <a:ext cx="63404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Tampilan</a:t>
            </a:r>
            <a:r>
              <a:rPr lang="en-US" sz="4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Suffle</a:t>
            </a:r>
            <a:r>
              <a:rPr lang="en-US" sz="4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card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73003-4A7A-8F13-0274-40BBD37DE9B6}"/>
              </a:ext>
            </a:extLst>
          </p:cNvPr>
          <p:cNvSpPr txBox="1">
            <a:spLocks/>
          </p:cNvSpPr>
          <p:nvPr/>
        </p:nvSpPr>
        <p:spPr>
          <a:xfrm>
            <a:off x="5518880" y="5697574"/>
            <a:ext cx="6340415" cy="1268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000" dirty="0">
                <a:solidFill>
                  <a:schemeClr val="bg1"/>
                </a:solidFill>
              </a:rPr>
              <a:t>Saat </a:t>
            </a:r>
            <a:r>
              <a:rPr lang="en-US" sz="2000" dirty="0" err="1">
                <a:solidFill>
                  <a:schemeClr val="bg1"/>
                </a:solidFill>
              </a:rPr>
              <a:t>memenangkan</a:t>
            </a:r>
            <a:r>
              <a:rPr lang="en-US" sz="2000" dirty="0">
                <a:solidFill>
                  <a:schemeClr val="bg1"/>
                </a:solidFill>
              </a:rPr>
              <a:t> battle </a:t>
            </a:r>
            <a:r>
              <a:rPr lang="en-US" sz="2000" dirty="0" err="1">
                <a:solidFill>
                  <a:schemeClr val="bg1"/>
                </a:solidFill>
              </a:rPr>
              <a:t>selama</a:t>
            </a:r>
            <a:r>
              <a:rPr lang="en-US" sz="2000" dirty="0">
                <a:solidFill>
                  <a:schemeClr val="bg1"/>
                </a:solidFill>
              </a:rPr>
              <a:t> griding </a:t>
            </a:r>
            <a:r>
              <a:rPr lang="en-US" sz="2000" dirty="0" err="1">
                <a:solidFill>
                  <a:schemeClr val="bg1"/>
                </a:solidFill>
              </a:rPr>
              <a:t>akan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mendapatkan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kartu</a:t>
            </a:r>
            <a:r>
              <a:rPr lang="en-US" sz="2000" dirty="0">
                <a:solidFill>
                  <a:schemeClr val="bg1"/>
                </a:solidFill>
              </a:rPr>
              <a:t> yang </a:t>
            </a:r>
            <a:r>
              <a:rPr lang="en-US" sz="2000" dirty="0" err="1">
                <a:solidFill>
                  <a:schemeClr val="bg1"/>
                </a:solidFill>
              </a:rPr>
              <a:t>kita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pilih</a:t>
            </a:r>
            <a:r>
              <a:rPr lang="en-US" sz="2000" dirty="0">
                <a:solidFill>
                  <a:schemeClr val="bg1"/>
                </a:solidFill>
              </a:rPr>
              <a:t> salah </a:t>
            </a:r>
            <a:r>
              <a:rPr lang="en-US" sz="2000" dirty="0" err="1">
                <a:solidFill>
                  <a:schemeClr val="bg1"/>
                </a:solidFill>
              </a:rPr>
              <a:t>satu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ada</a:t>
            </a:r>
            <a:r>
              <a:rPr lang="en-US" sz="2000" dirty="0">
                <a:solidFill>
                  <a:schemeClr val="bg1"/>
                </a:solidFill>
              </a:rPr>
              <a:t> heal, uang, item random, dan </a:t>
            </a:r>
            <a:r>
              <a:rPr lang="en-US" sz="2000" dirty="0" err="1">
                <a:solidFill>
                  <a:schemeClr val="bg1"/>
                </a:solidFill>
              </a:rPr>
              <a:t>peningkatan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xp</a:t>
            </a:r>
            <a:r>
              <a:rPr lang="en-US" sz="2000" dirty="0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AFE0D85-C9FD-7A6D-5A02-D147A7D12A82}"/>
              </a:ext>
            </a:extLst>
          </p:cNvPr>
          <p:cNvSpPr txBox="1">
            <a:spLocks/>
          </p:cNvSpPr>
          <p:nvPr/>
        </p:nvSpPr>
        <p:spPr>
          <a:xfrm>
            <a:off x="5512278" y="1656489"/>
            <a:ext cx="6340415" cy="15870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000" dirty="0" err="1">
                <a:solidFill>
                  <a:schemeClr val="bg1"/>
                </a:solidFill>
              </a:rPr>
              <a:t>Seperti</a:t>
            </a:r>
            <a:r>
              <a:rPr lang="en-US" sz="2000" dirty="0">
                <a:solidFill>
                  <a:schemeClr val="bg1"/>
                </a:solidFill>
              </a:rPr>
              <a:t> game turn-base pada </a:t>
            </a:r>
            <a:r>
              <a:rPr lang="en-US" sz="2000" dirty="0" err="1">
                <a:solidFill>
                  <a:schemeClr val="bg1"/>
                </a:solidFill>
              </a:rPr>
              <a:t>umumnya</a:t>
            </a:r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attack </a:t>
            </a:r>
            <a:r>
              <a:rPr lang="en-US" sz="2000" dirty="0" err="1">
                <a:solidFill>
                  <a:schemeClr val="bg1"/>
                </a:solidFill>
              </a:rPr>
              <a:t>buat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menyerang</a:t>
            </a:r>
            <a:r>
              <a:rPr lang="en-US" sz="2000" dirty="0">
                <a:solidFill>
                  <a:schemeClr val="bg1"/>
                </a:solidFill>
              </a:rPr>
              <a:t> (</a:t>
            </a:r>
            <a:r>
              <a:rPr lang="en-US" sz="2000" dirty="0" err="1">
                <a:solidFill>
                  <a:schemeClr val="bg1"/>
                </a:solidFill>
              </a:rPr>
              <a:t>gaya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bertarung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tergantung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senjata</a:t>
            </a:r>
            <a:r>
              <a:rPr lang="en-US" sz="2000" dirty="0">
                <a:solidFill>
                  <a:schemeClr val="bg1"/>
                </a:solidFill>
              </a:rPr>
              <a:t> yang di </a:t>
            </a:r>
            <a:r>
              <a:rPr lang="en-US" sz="2000" dirty="0" err="1">
                <a:solidFill>
                  <a:schemeClr val="bg1"/>
                </a:solidFill>
              </a:rPr>
              <a:t>pakai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item </a:t>
            </a:r>
            <a:r>
              <a:rPr lang="en-US" sz="2000" dirty="0" err="1">
                <a:solidFill>
                  <a:schemeClr val="bg1"/>
                </a:solidFill>
              </a:rPr>
              <a:t>untuk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menegeluarakan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barang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seperti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botol</a:t>
            </a:r>
            <a:r>
              <a:rPr lang="en-US" sz="2000" dirty="0">
                <a:solidFill>
                  <a:schemeClr val="bg1"/>
                </a:solidFill>
              </a:rPr>
              <a:t> heal, buff, </a:t>
            </a:r>
            <a:r>
              <a:rPr lang="en-US" sz="2000" dirty="0" err="1">
                <a:solidFill>
                  <a:schemeClr val="bg1"/>
                </a:solidFill>
              </a:rPr>
              <a:t>dll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Guard </a:t>
            </a:r>
            <a:r>
              <a:rPr lang="en-US" sz="2000" dirty="0" err="1">
                <a:solidFill>
                  <a:schemeClr val="bg1"/>
                </a:solidFill>
              </a:rPr>
              <a:t>untuk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pengurangan</a:t>
            </a:r>
            <a:r>
              <a:rPr lang="en-US" sz="2000" dirty="0">
                <a:solidFill>
                  <a:schemeClr val="bg1"/>
                </a:solidFill>
              </a:rPr>
              <a:t> damage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Di </a:t>
            </a:r>
            <a:r>
              <a:rPr lang="en-US" sz="2000" dirty="0" err="1">
                <a:solidFill>
                  <a:schemeClr val="bg1"/>
                </a:solidFill>
              </a:rPr>
              <a:t>bawah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kanan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ada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papan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jumlah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nyawa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jika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msusuh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memberi</a:t>
            </a:r>
            <a:r>
              <a:rPr lang="en-US" sz="2000" dirty="0">
                <a:solidFill>
                  <a:schemeClr val="bg1"/>
                </a:solidFill>
              </a:rPr>
              <a:t> debuff, di </a:t>
            </a:r>
            <a:r>
              <a:rPr lang="en-US" sz="2000" dirty="0" err="1">
                <a:solidFill>
                  <a:schemeClr val="bg1"/>
                </a:solidFill>
              </a:rPr>
              <a:t>atas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papan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ada</a:t>
            </a:r>
            <a:r>
              <a:rPr lang="en-US" sz="2000" dirty="0">
                <a:solidFill>
                  <a:schemeClr val="bg1"/>
                </a:solidFill>
              </a:rPr>
              <a:t> logo </a:t>
            </a:r>
            <a:r>
              <a:rPr lang="en-US" sz="2000" dirty="0" err="1">
                <a:solidFill>
                  <a:schemeClr val="bg1"/>
                </a:solidFill>
              </a:rPr>
              <a:t>penurunan</a:t>
            </a:r>
            <a:r>
              <a:rPr lang="en-US" sz="2000" dirty="0">
                <a:solidFill>
                  <a:schemeClr val="bg1"/>
                </a:solidFill>
              </a:rPr>
              <a:t> stat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C6AC16-DEBC-59EE-548D-5799DF0B7906}"/>
              </a:ext>
            </a:extLst>
          </p:cNvPr>
          <p:cNvSpPr txBox="1"/>
          <p:nvPr/>
        </p:nvSpPr>
        <p:spPr>
          <a:xfrm>
            <a:off x="439947" y="397166"/>
            <a:ext cx="5717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“Latar </a:t>
            </a:r>
            <a:r>
              <a:rPr lang="en-US" dirty="0" err="1">
                <a:solidFill>
                  <a:schemeClr val="bg1"/>
                </a:solidFill>
              </a:rPr>
              <a:t>battlenya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tergantung</a:t>
            </a:r>
            <a:r>
              <a:rPr lang="en-US" dirty="0">
                <a:solidFill>
                  <a:schemeClr val="bg1"/>
                </a:solidFill>
              </a:rPr>
              <a:t> map/</a:t>
            </a:r>
            <a:r>
              <a:rPr lang="en-US" dirty="0" err="1">
                <a:solidFill>
                  <a:schemeClr val="bg1"/>
                </a:solidFill>
              </a:rPr>
              <a:t>desa</a:t>
            </a:r>
            <a:r>
              <a:rPr lang="en-US" dirty="0">
                <a:solidFill>
                  <a:schemeClr val="bg1"/>
                </a:solidFill>
              </a:rPr>
              <a:t>/yokai yang </a:t>
            </a:r>
            <a:r>
              <a:rPr lang="en-US" dirty="0" err="1">
                <a:solidFill>
                  <a:schemeClr val="bg1"/>
                </a:solidFill>
              </a:rPr>
              <a:t>dilawan</a:t>
            </a:r>
            <a:r>
              <a:rPr lang="en-US" dirty="0">
                <a:solidFill>
                  <a:schemeClr val="bg1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4236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C07E5A4-9306-C0AE-1568-28419CE50213}"/>
              </a:ext>
            </a:extLst>
          </p:cNvPr>
          <p:cNvSpPr/>
          <p:nvPr/>
        </p:nvSpPr>
        <p:spPr>
          <a:xfrm>
            <a:off x="8392928" y="4221526"/>
            <a:ext cx="2756663" cy="237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460247-A12B-F398-4D70-7DAE8DA7BA42}"/>
              </a:ext>
            </a:extLst>
          </p:cNvPr>
          <p:cNvSpPr txBox="1"/>
          <p:nvPr/>
        </p:nvSpPr>
        <p:spPr>
          <a:xfrm>
            <a:off x="8427206" y="621275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Impact" panose="020B0806030902050204" pitchFamily="34" charset="0"/>
              </a:rPr>
              <a:t>Amanojaku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Impact" panose="020B0806030902050204" pitchFamily="34" charset="0"/>
              </a:rPr>
              <a:t> (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Impact" panose="020B0806030902050204" pitchFamily="34" charset="0"/>
              </a:rPr>
              <a:t>pelaku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Impact" panose="020B080603090205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Impact" panose="020B0806030902050204" pitchFamily="34" charset="0"/>
              </a:rPr>
              <a:t>utama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Impact" panose="020B0806030902050204" pitchFamily="34" charset="0"/>
              </a:rPr>
              <a:t>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F2D70B-E147-27A3-71D4-13E471BCFBFD}"/>
              </a:ext>
            </a:extLst>
          </p:cNvPr>
          <p:cNvSpPr/>
          <p:nvPr/>
        </p:nvSpPr>
        <p:spPr>
          <a:xfrm>
            <a:off x="4745699" y="4221526"/>
            <a:ext cx="2756663" cy="237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3D87A4-3D78-CDF2-D6AB-6EA83203EA29}"/>
              </a:ext>
            </a:extLst>
          </p:cNvPr>
          <p:cNvSpPr/>
          <p:nvPr/>
        </p:nvSpPr>
        <p:spPr>
          <a:xfrm>
            <a:off x="8392928" y="1426399"/>
            <a:ext cx="2756663" cy="237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497371-4EF6-AC7C-E303-D43842D408C6}"/>
              </a:ext>
            </a:extLst>
          </p:cNvPr>
          <p:cNvSpPr/>
          <p:nvPr/>
        </p:nvSpPr>
        <p:spPr>
          <a:xfrm>
            <a:off x="4615564" y="1426399"/>
            <a:ext cx="2756663" cy="237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290FC6-663B-D521-94A8-E5397E9D8D57}"/>
              </a:ext>
            </a:extLst>
          </p:cNvPr>
          <p:cNvSpPr/>
          <p:nvPr/>
        </p:nvSpPr>
        <p:spPr>
          <a:xfrm>
            <a:off x="838200" y="4203051"/>
            <a:ext cx="2756663" cy="237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FFD34-D4E2-1983-F16C-B50E792B469F}"/>
              </a:ext>
            </a:extLst>
          </p:cNvPr>
          <p:cNvSpPr/>
          <p:nvPr/>
        </p:nvSpPr>
        <p:spPr>
          <a:xfrm>
            <a:off x="838200" y="1426399"/>
            <a:ext cx="2756663" cy="237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61E3B6-A7FF-8637-A5E8-C9981A957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541"/>
            <a:ext cx="10515600" cy="986755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Desain Boss Yokai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C70A30-0A55-57EE-E2CA-033CBEE0C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669" y="1361504"/>
            <a:ext cx="2756662" cy="20674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ED454C-C1E0-E036-8514-C80E89120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903" y="1361504"/>
            <a:ext cx="2756661" cy="20674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3BE2AC-86EB-1165-1962-A196629117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291" y="4133377"/>
            <a:ext cx="2756661" cy="20674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9D7A0A-5E96-0F30-E620-57283651D4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652" y="4133377"/>
            <a:ext cx="2756663" cy="20674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D65125B-D6AD-07C3-588A-6CE1D214EF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436" y="1361504"/>
            <a:ext cx="2756663" cy="206749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D01355A-B4DF-6C98-D347-105ADB5843F4}"/>
              </a:ext>
            </a:extLst>
          </p:cNvPr>
          <p:cNvSpPr txBox="1"/>
          <p:nvPr/>
        </p:nvSpPr>
        <p:spPr>
          <a:xfrm>
            <a:off x="1940137" y="3429000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Impact" panose="020B0806030902050204" pitchFamily="34" charset="0"/>
              </a:rPr>
              <a:t>Kyubi</a:t>
            </a:r>
            <a:endParaRPr lang="en-US" dirty="0">
              <a:solidFill>
                <a:schemeClr val="bg2">
                  <a:lumMod val="50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70B608-C73E-27C5-8A0F-FA79F91F4FDF}"/>
              </a:ext>
            </a:extLst>
          </p:cNvPr>
          <p:cNvSpPr txBox="1"/>
          <p:nvPr/>
        </p:nvSpPr>
        <p:spPr>
          <a:xfrm>
            <a:off x="9468475" y="3429000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Impact" panose="020B0806030902050204" pitchFamily="34" charset="0"/>
              </a:rPr>
              <a:t>Ashura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124188-C0BF-541C-5121-4EAC7B2FAC32}"/>
              </a:ext>
            </a:extLst>
          </p:cNvPr>
          <p:cNvSpPr txBox="1"/>
          <p:nvPr/>
        </p:nvSpPr>
        <p:spPr>
          <a:xfrm>
            <a:off x="5546009" y="3423367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Impact" panose="020B0806030902050204" pitchFamily="34" charset="0"/>
              </a:rPr>
              <a:t>Arijogoku</a:t>
            </a:r>
            <a:endParaRPr lang="en-US" dirty="0">
              <a:solidFill>
                <a:schemeClr val="bg2">
                  <a:lumMod val="50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167544-F3AA-8714-7117-F98DA065DDED}"/>
              </a:ext>
            </a:extLst>
          </p:cNvPr>
          <p:cNvSpPr txBox="1"/>
          <p:nvPr/>
        </p:nvSpPr>
        <p:spPr>
          <a:xfrm>
            <a:off x="1989036" y="6185061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Impact" panose="020B0806030902050204" pitchFamily="34" charset="0"/>
              </a:rPr>
              <a:t>Deiki</a:t>
            </a:r>
            <a:endParaRPr lang="en-US" dirty="0">
              <a:solidFill>
                <a:schemeClr val="bg2">
                  <a:lumMod val="50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10CFA7-672A-1051-48ED-BD6F7B6A0EE7}"/>
              </a:ext>
            </a:extLst>
          </p:cNvPr>
          <p:cNvSpPr txBox="1"/>
          <p:nvPr/>
        </p:nvSpPr>
        <p:spPr>
          <a:xfrm>
            <a:off x="5509065" y="6205652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Impact" panose="020B0806030902050204" pitchFamily="34" charset="0"/>
              </a:rPr>
              <a:t>Maimai-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Impact" panose="020B0806030902050204" pitchFamily="34" charset="0"/>
              </a:rPr>
              <a:t>onba</a:t>
            </a:r>
            <a:endParaRPr lang="en-US" dirty="0">
              <a:solidFill>
                <a:schemeClr val="bg2">
                  <a:lumMod val="50000"/>
                </a:schemeClr>
              </a:solidFill>
              <a:latin typeface="Impact" panose="020B080603090205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02F5F8-3310-7DB5-BFCB-C6F03BD6DF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7109" y="4117565"/>
            <a:ext cx="2756662" cy="206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886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052714-F481-2F28-99F4-70D96A190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937" y="1361777"/>
            <a:ext cx="7350125" cy="41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914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CA607F-9B70-A6FE-02C1-E92123389EBB}"/>
              </a:ext>
            </a:extLst>
          </p:cNvPr>
          <p:cNvSpPr/>
          <p:nvPr/>
        </p:nvSpPr>
        <p:spPr>
          <a:xfrm>
            <a:off x="671195" y="3774950"/>
            <a:ext cx="4572000" cy="2571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3D5E6A-63A8-9FD8-735B-40A6F467F5F8}"/>
              </a:ext>
            </a:extLst>
          </p:cNvPr>
          <p:cNvSpPr/>
          <p:nvPr/>
        </p:nvSpPr>
        <p:spPr>
          <a:xfrm>
            <a:off x="6617979" y="3735924"/>
            <a:ext cx="4572000" cy="2571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8AB441-F2BE-F5FE-C883-005288025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8787" y="3615337"/>
            <a:ext cx="4572000" cy="2571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9C5009-FE95-6139-2031-2BE9507570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3" y="3654363"/>
            <a:ext cx="4572000" cy="25717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2C92DDA-7D9C-7DA3-9058-91BBEA5E288F}"/>
              </a:ext>
            </a:extLst>
          </p:cNvPr>
          <p:cNvSpPr txBox="1"/>
          <p:nvPr/>
        </p:nvSpPr>
        <p:spPr>
          <a:xfrm>
            <a:off x="3627990" y="853486"/>
            <a:ext cx="43203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Tampilan</a:t>
            </a:r>
            <a:r>
              <a:rPr lang="en-US" sz="4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Shop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BE83AF-A7B2-F4A4-E7AE-35D9201125EB}"/>
              </a:ext>
            </a:extLst>
          </p:cNvPr>
          <p:cNvSpPr txBox="1"/>
          <p:nvPr/>
        </p:nvSpPr>
        <p:spPr>
          <a:xfrm>
            <a:off x="3329075" y="1965107"/>
            <a:ext cx="4918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Setiap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menuju</a:t>
            </a:r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en-US" dirty="0" err="1">
                <a:solidFill>
                  <a:schemeClr val="bg1"/>
                </a:solidFill>
              </a:rPr>
              <a:t>dugeon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selanjutnya</a:t>
            </a:r>
            <a:r>
              <a:rPr lang="en-US" dirty="0">
                <a:solidFill>
                  <a:schemeClr val="bg1"/>
                </a:solidFill>
              </a:rPr>
              <a:t> di </a:t>
            </a:r>
            <a:r>
              <a:rPr lang="en-US" dirty="0" err="1">
                <a:solidFill>
                  <a:schemeClr val="bg1"/>
                </a:solidFill>
              </a:rPr>
              <a:t>jalan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bakal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ada</a:t>
            </a:r>
            <a:r>
              <a:rPr lang="en-US" dirty="0">
                <a:solidFill>
                  <a:schemeClr val="bg1"/>
                </a:solidFill>
              </a:rPr>
              <a:t> shop, di sana </a:t>
            </a:r>
            <a:r>
              <a:rPr lang="en-US" dirty="0" err="1">
                <a:solidFill>
                  <a:schemeClr val="bg1"/>
                </a:solidFill>
              </a:rPr>
              <a:t>menjual</a:t>
            </a:r>
            <a:r>
              <a:rPr lang="en-US" dirty="0">
                <a:solidFill>
                  <a:schemeClr val="bg1"/>
                </a:solidFill>
              </a:rPr>
              <a:t> item </a:t>
            </a:r>
            <a:r>
              <a:rPr lang="en-US" dirty="0" err="1">
                <a:solidFill>
                  <a:schemeClr val="bg1"/>
                </a:solidFill>
              </a:rPr>
              <a:t>seperti</a:t>
            </a:r>
            <a:r>
              <a:rPr lang="en-US" dirty="0">
                <a:solidFill>
                  <a:schemeClr val="bg1"/>
                </a:solidFill>
              </a:rPr>
              <a:t> Heal, Buff, dan </a:t>
            </a:r>
            <a:r>
              <a:rPr lang="en-US" dirty="0" err="1">
                <a:solidFill>
                  <a:schemeClr val="bg1"/>
                </a:solidFill>
              </a:rPr>
              <a:t>Beberapa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senjata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914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F3C5938-3A2A-B611-DF72-3EE5C3A0DBE4}"/>
              </a:ext>
            </a:extLst>
          </p:cNvPr>
          <p:cNvSpPr/>
          <p:nvPr/>
        </p:nvSpPr>
        <p:spPr>
          <a:xfrm>
            <a:off x="2591756" y="172721"/>
            <a:ext cx="2078966" cy="13716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Mengikuti</a:t>
            </a:r>
            <a:r>
              <a:rPr lang="en-US" dirty="0"/>
              <a:t> </a:t>
            </a:r>
            <a:r>
              <a:rPr lang="en-US" dirty="0" err="1"/>
              <a:t>arahan</a:t>
            </a:r>
            <a:r>
              <a:rPr lang="en-US" dirty="0"/>
              <a:t> </a:t>
            </a:r>
            <a:r>
              <a:rPr lang="en-US" dirty="0" err="1"/>
              <a:t>buku</a:t>
            </a:r>
            <a:r>
              <a:rPr lang="en-US" dirty="0"/>
              <a:t> </a:t>
            </a:r>
            <a:r>
              <a:rPr lang="en-US" dirty="0" err="1"/>
              <a:t>menuju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kediaman</a:t>
            </a:r>
            <a:r>
              <a:rPr lang="en-US" dirty="0"/>
              <a:t> </a:t>
            </a:r>
            <a:r>
              <a:rPr lang="en-US" dirty="0" err="1"/>
              <a:t>kyubi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9EEA61-8422-E3B6-4928-8E4151E5774A}"/>
              </a:ext>
            </a:extLst>
          </p:cNvPr>
          <p:cNvSpPr/>
          <p:nvPr/>
        </p:nvSpPr>
        <p:spPr>
          <a:xfrm>
            <a:off x="4986643" y="164094"/>
            <a:ext cx="2078966" cy="13716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Konflik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warga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 sana, dan tau Lokasi yokai </a:t>
            </a:r>
            <a:r>
              <a:rPr lang="en-US" b="1" dirty="0" err="1"/>
              <a:t>kyubi</a:t>
            </a:r>
            <a:r>
              <a:rPr lang="en-US" dirty="0"/>
              <a:t> (</a:t>
            </a:r>
            <a:r>
              <a:rPr lang="en-US" dirty="0" err="1"/>
              <a:t>desa</a:t>
            </a:r>
            <a:r>
              <a:rPr lang="en-US" dirty="0"/>
              <a:t> tono)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51D565-8643-2BE3-BEA0-AB67094A8AC2}"/>
              </a:ext>
            </a:extLst>
          </p:cNvPr>
          <p:cNvSpPr/>
          <p:nvPr/>
        </p:nvSpPr>
        <p:spPr>
          <a:xfrm>
            <a:off x="7381530" y="172721"/>
            <a:ext cx="4515829" cy="13716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Griding, </a:t>
            </a:r>
            <a:r>
              <a:rPr lang="en-US" dirty="0" err="1"/>
              <a:t>mengalahkan</a:t>
            </a:r>
            <a:r>
              <a:rPr lang="en-US" dirty="0"/>
              <a:t> yokai dan </a:t>
            </a:r>
            <a:r>
              <a:rPr lang="en-US" dirty="0" err="1"/>
              <a:t>mendapatkan</a:t>
            </a:r>
            <a:r>
              <a:rPr lang="en-US" dirty="0"/>
              <a:t> organ </a:t>
            </a:r>
            <a:r>
              <a:rPr lang="en-US" dirty="0" err="1"/>
              <a:t>tubuh</a:t>
            </a:r>
            <a:r>
              <a:rPr lang="en-US" dirty="0"/>
              <a:t> yang </a:t>
            </a:r>
            <a:r>
              <a:rPr lang="en-US" dirty="0" err="1"/>
              <a:t>hilang</a:t>
            </a:r>
            <a:r>
              <a:rPr lang="en-US" dirty="0"/>
              <a:t> (</a:t>
            </a:r>
            <a:r>
              <a:rPr lang="en-US" dirty="0" err="1"/>
              <a:t>mata</a:t>
            </a:r>
            <a:r>
              <a:rPr lang="en-US" dirty="0"/>
              <a:t>, </a:t>
            </a:r>
            <a:r>
              <a:rPr lang="en-US" dirty="0" err="1"/>
              <a:t>peningkatan</a:t>
            </a:r>
            <a:r>
              <a:rPr lang="en-US" dirty="0"/>
              <a:t> accuracy),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iblis</a:t>
            </a:r>
            <a:r>
              <a:rPr lang="en-US" dirty="0"/>
              <a:t> yang </a:t>
            </a:r>
            <a:r>
              <a:rPr lang="en-US" dirty="0" err="1"/>
              <a:t>menutupi</a:t>
            </a:r>
            <a:r>
              <a:rPr lang="en-US" dirty="0"/>
              <a:t> aura </a:t>
            </a:r>
            <a:r>
              <a:rPr lang="en-US" dirty="0" err="1"/>
              <a:t>putih</a:t>
            </a:r>
            <a:r>
              <a:rPr lang="en-US" dirty="0"/>
              <a:t> </a:t>
            </a:r>
            <a:r>
              <a:rPr lang="en-US" dirty="0" err="1"/>
              <a:t>palsu</a:t>
            </a:r>
            <a:r>
              <a:rPr lang="en-US" dirty="0"/>
              <a:t> dan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terhubung</a:t>
            </a:r>
            <a:r>
              <a:rPr lang="en-US" dirty="0"/>
              <a:t> </a:t>
            </a:r>
            <a:r>
              <a:rPr lang="en-US" dirty="0" err="1"/>
              <a:t>jadi</a:t>
            </a:r>
            <a:r>
              <a:rPr lang="en-US" dirty="0"/>
              <a:t> tau Lokasi yokai </a:t>
            </a:r>
            <a:r>
              <a:rPr lang="en-US" dirty="0" err="1"/>
              <a:t>selanjutnya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56316A-27E3-0A91-A4AE-12607176D6AA}"/>
              </a:ext>
            </a:extLst>
          </p:cNvPr>
          <p:cNvSpPr/>
          <p:nvPr/>
        </p:nvSpPr>
        <p:spPr>
          <a:xfrm>
            <a:off x="8557403" y="1863497"/>
            <a:ext cx="3339956" cy="13716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Mengikuti</a:t>
            </a:r>
            <a:r>
              <a:rPr lang="en-US" dirty="0"/>
              <a:t> </a:t>
            </a:r>
            <a:r>
              <a:rPr lang="en-US" dirty="0" err="1"/>
              <a:t>arahan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kemampuan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beang</a:t>
            </a:r>
            <a:r>
              <a:rPr lang="en-US" dirty="0"/>
              <a:t> </a:t>
            </a:r>
            <a:r>
              <a:rPr lang="en-US" dirty="0" err="1"/>
              <a:t>merah</a:t>
            </a:r>
            <a:r>
              <a:rPr lang="en-US" dirty="0"/>
              <a:t> </a:t>
            </a:r>
            <a:r>
              <a:rPr lang="en-US" dirty="0" err="1"/>
              <a:t>menuju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benang</a:t>
            </a:r>
            <a:r>
              <a:rPr lang="en-US" dirty="0"/>
              <a:t> </a:t>
            </a:r>
            <a:r>
              <a:rPr lang="en-US" dirty="0" err="1"/>
              <a:t>merah</a:t>
            </a:r>
            <a:r>
              <a:rPr lang="en-US" dirty="0"/>
              <a:t> </a:t>
            </a:r>
            <a:r>
              <a:rPr lang="en-US" dirty="0" err="1"/>
              <a:t>berada</a:t>
            </a:r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C2EECE6-78A0-DEB8-417C-E51BAB8B2A00}"/>
              </a:ext>
            </a:extLst>
          </p:cNvPr>
          <p:cNvCxnSpPr>
            <a:cxnSpLocks/>
            <a:stCxn id="69" idx="3"/>
            <a:endCxn id="6" idx="1"/>
          </p:cNvCxnSpPr>
          <p:nvPr/>
        </p:nvCxnSpPr>
        <p:spPr>
          <a:xfrm>
            <a:off x="2352996" y="839111"/>
            <a:ext cx="238760" cy="19410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A877BB2-83D6-EAE1-160C-DBC9060E3F3C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4670722" y="849894"/>
            <a:ext cx="315921" cy="8627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4F0CEF6-3F35-99E4-A4CF-38E5CBFB6678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7065609" y="849894"/>
            <a:ext cx="315921" cy="8627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4574FC4-1677-CAAB-4BAB-948E31BF7693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9639445" y="1544321"/>
            <a:ext cx="587936" cy="319176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FC750CE-1E93-9029-067B-864F26BFC39D}"/>
              </a:ext>
            </a:extLst>
          </p:cNvPr>
          <p:cNvSpPr/>
          <p:nvPr/>
        </p:nvSpPr>
        <p:spPr>
          <a:xfrm>
            <a:off x="5932098" y="1863497"/>
            <a:ext cx="2267022" cy="13716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Konflik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warga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 sana, dan </a:t>
            </a:r>
            <a:r>
              <a:rPr lang="en-US" dirty="0" err="1"/>
              <a:t>menuju</a:t>
            </a:r>
            <a:r>
              <a:rPr lang="en-US" dirty="0"/>
              <a:t> Lokasi</a:t>
            </a:r>
          </a:p>
          <a:p>
            <a:pPr algn="ctr"/>
            <a:r>
              <a:rPr lang="en-US" dirty="0"/>
              <a:t>Yokai </a:t>
            </a:r>
            <a:r>
              <a:rPr lang="en-US" b="1" dirty="0" err="1"/>
              <a:t>deik</a:t>
            </a:r>
            <a:r>
              <a:rPr lang="en-US" dirty="0" err="1"/>
              <a:t>i</a:t>
            </a:r>
            <a:r>
              <a:rPr lang="en-US" dirty="0"/>
              <a:t> (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dekono</a:t>
            </a:r>
            <a:r>
              <a:rPr lang="en-US" dirty="0"/>
              <a:t>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48554E-55AA-819E-F876-EC93784B2B8B}"/>
              </a:ext>
            </a:extLst>
          </p:cNvPr>
          <p:cNvSpPr/>
          <p:nvPr/>
        </p:nvSpPr>
        <p:spPr>
          <a:xfrm>
            <a:off x="2591756" y="1863497"/>
            <a:ext cx="2963655" cy="13716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Griding, </a:t>
            </a:r>
            <a:r>
              <a:rPr lang="en-US" dirty="0" err="1"/>
              <a:t>mengalahkan</a:t>
            </a:r>
            <a:r>
              <a:rPr lang="en-US" dirty="0"/>
              <a:t> yokai,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oragan</a:t>
            </a:r>
            <a:r>
              <a:rPr lang="en-US" dirty="0"/>
              <a:t> </a:t>
            </a:r>
            <a:r>
              <a:rPr lang="en-US" dirty="0" err="1"/>
              <a:t>tubuh</a:t>
            </a:r>
            <a:r>
              <a:rPr lang="en-US" dirty="0"/>
              <a:t> (</a:t>
            </a:r>
            <a:r>
              <a:rPr lang="en-US" dirty="0" err="1"/>
              <a:t>kulit</a:t>
            </a:r>
            <a:r>
              <a:rPr lang="en-US" dirty="0"/>
              <a:t>, HP </a:t>
            </a:r>
            <a:r>
              <a:rPr lang="en-US" dirty="0" err="1"/>
              <a:t>bertambah</a:t>
            </a:r>
            <a:r>
              <a:rPr lang="en-US" dirty="0"/>
              <a:t>) dan </a:t>
            </a:r>
            <a:r>
              <a:rPr lang="en-US" dirty="0" err="1"/>
              <a:t>petunjuk</a:t>
            </a:r>
            <a:r>
              <a:rPr lang="en-US" dirty="0"/>
              <a:t> yokai </a:t>
            </a:r>
            <a:r>
              <a:rPr lang="en-US" dirty="0" err="1"/>
              <a:t>selanjutnya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FBFEF8-B2D9-C3D8-8363-58F0BA0E7C04}"/>
              </a:ext>
            </a:extLst>
          </p:cNvPr>
          <p:cNvSpPr/>
          <p:nvPr/>
        </p:nvSpPr>
        <p:spPr>
          <a:xfrm>
            <a:off x="219395" y="1848400"/>
            <a:ext cx="2078966" cy="13716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Menuju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dimana</a:t>
            </a:r>
            <a:r>
              <a:rPr lang="en-US" dirty="0"/>
              <a:t> yokai </a:t>
            </a:r>
            <a:r>
              <a:rPr lang="en-US" b="1" dirty="0" err="1"/>
              <a:t>arijigoku</a:t>
            </a:r>
            <a:r>
              <a:rPr lang="en-US" dirty="0"/>
              <a:t> (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oboke</a:t>
            </a:r>
            <a:r>
              <a:rPr lang="en-US" dirty="0"/>
              <a:t>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69DCF34-1A86-6954-C98F-A2718F1E3CBF}"/>
              </a:ext>
            </a:extLst>
          </p:cNvPr>
          <p:cNvCxnSpPr>
            <a:cxnSpLocks/>
            <a:stCxn id="9" idx="1"/>
            <a:endCxn id="20" idx="3"/>
          </p:cNvCxnSpPr>
          <p:nvPr/>
        </p:nvCxnSpPr>
        <p:spPr>
          <a:xfrm flipH="1">
            <a:off x="8199120" y="2549297"/>
            <a:ext cx="358283" cy="0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550C7A6-8A35-6372-EC2F-5632F1217960}"/>
              </a:ext>
            </a:extLst>
          </p:cNvPr>
          <p:cNvCxnSpPr>
            <a:cxnSpLocks/>
            <a:stCxn id="20" idx="1"/>
            <a:endCxn id="22" idx="3"/>
          </p:cNvCxnSpPr>
          <p:nvPr/>
        </p:nvCxnSpPr>
        <p:spPr>
          <a:xfrm flipH="1">
            <a:off x="5555411" y="2549297"/>
            <a:ext cx="376687" cy="0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87561AC-716D-DBE1-5AC3-166385EEB121}"/>
              </a:ext>
            </a:extLst>
          </p:cNvPr>
          <p:cNvCxnSpPr>
            <a:cxnSpLocks/>
            <a:stCxn id="22" idx="1"/>
            <a:endCxn id="24" idx="3"/>
          </p:cNvCxnSpPr>
          <p:nvPr/>
        </p:nvCxnSpPr>
        <p:spPr>
          <a:xfrm flipH="1" flipV="1">
            <a:off x="2298361" y="2534200"/>
            <a:ext cx="293395" cy="15097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4BCF9009-C472-E4D5-A6FB-8AD71C2E1055}"/>
              </a:ext>
            </a:extLst>
          </p:cNvPr>
          <p:cNvSpPr/>
          <p:nvPr/>
        </p:nvSpPr>
        <p:spPr>
          <a:xfrm>
            <a:off x="219395" y="3562900"/>
            <a:ext cx="3194365" cy="13716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Griding, </a:t>
            </a:r>
            <a:r>
              <a:rPr lang="en-US" dirty="0" err="1"/>
              <a:t>mengalahkan</a:t>
            </a:r>
            <a:r>
              <a:rPr lang="en-US" dirty="0"/>
              <a:t> yokai,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oragan</a:t>
            </a:r>
            <a:r>
              <a:rPr lang="en-US" dirty="0"/>
              <a:t> </a:t>
            </a:r>
            <a:r>
              <a:rPr lang="en-US" dirty="0" err="1"/>
              <a:t>tubuh</a:t>
            </a:r>
            <a:r>
              <a:rPr lang="en-US" dirty="0"/>
              <a:t> (pita </a:t>
            </a:r>
            <a:r>
              <a:rPr lang="en-US" dirty="0" err="1"/>
              <a:t>suara</a:t>
            </a:r>
            <a:r>
              <a:rPr lang="en-US" dirty="0"/>
              <a:t>, ) dan </a:t>
            </a:r>
            <a:r>
              <a:rPr lang="en-US" dirty="0" err="1"/>
              <a:t>petunjuk</a:t>
            </a:r>
            <a:r>
              <a:rPr lang="en-US" dirty="0"/>
              <a:t> yokai </a:t>
            </a:r>
            <a:r>
              <a:rPr lang="en-US" dirty="0" err="1"/>
              <a:t>selanjutnya</a:t>
            </a:r>
            <a:endParaRPr lang="en-US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F8FB8DF-AD09-109B-692E-F59BD96E47A8}"/>
              </a:ext>
            </a:extLst>
          </p:cNvPr>
          <p:cNvCxnSpPr>
            <a:cxnSpLocks/>
            <a:stCxn id="24" idx="2"/>
            <a:endCxn id="40" idx="0"/>
          </p:cNvCxnSpPr>
          <p:nvPr/>
        </p:nvCxnSpPr>
        <p:spPr>
          <a:xfrm>
            <a:off x="1258878" y="3220000"/>
            <a:ext cx="557700" cy="342900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5C978877-A8D3-C6B0-7364-C40E5B6900DF}"/>
              </a:ext>
            </a:extLst>
          </p:cNvPr>
          <p:cNvSpPr/>
          <p:nvPr/>
        </p:nvSpPr>
        <p:spPr>
          <a:xfrm>
            <a:off x="3833005" y="3562900"/>
            <a:ext cx="2078966" cy="13716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Menuju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dimana</a:t>
            </a:r>
            <a:r>
              <a:rPr lang="en-US" dirty="0"/>
              <a:t> yokai </a:t>
            </a:r>
            <a:r>
              <a:rPr lang="en-US" b="1" dirty="0"/>
              <a:t>Maimai-</a:t>
            </a:r>
            <a:r>
              <a:rPr lang="en-US" b="1" dirty="0" err="1"/>
              <a:t>onba</a:t>
            </a:r>
            <a:r>
              <a:rPr lang="en-US" dirty="0"/>
              <a:t>. (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koka</a:t>
            </a:r>
            <a:r>
              <a:rPr lang="en-US" dirty="0"/>
              <a:t>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69C9C8A-BD45-F61D-B99D-F4DC97DC6B37}"/>
              </a:ext>
            </a:extLst>
          </p:cNvPr>
          <p:cNvSpPr/>
          <p:nvPr/>
        </p:nvSpPr>
        <p:spPr>
          <a:xfrm>
            <a:off x="6280030" y="3562900"/>
            <a:ext cx="3107810" cy="13716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Griding, </a:t>
            </a:r>
            <a:r>
              <a:rPr lang="en-US" dirty="0" err="1"/>
              <a:t>mengalahkan</a:t>
            </a:r>
            <a:r>
              <a:rPr lang="en-US" dirty="0"/>
              <a:t> yokai,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oragan</a:t>
            </a:r>
            <a:r>
              <a:rPr lang="en-US" dirty="0"/>
              <a:t> </a:t>
            </a:r>
            <a:r>
              <a:rPr lang="en-US" dirty="0" err="1"/>
              <a:t>tubuh</a:t>
            </a:r>
            <a:r>
              <a:rPr lang="en-US" dirty="0"/>
              <a:t> (</a:t>
            </a:r>
            <a:r>
              <a:rPr lang="en-US" dirty="0" err="1"/>
              <a:t>tulang</a:t>
            </a:r>
            <a:r>
              <a:rPr lang="en-US" dirty="0"/>
              <a:t> </a:t>
            </a:r>
            <a:r>
              <a:rPr lang="en-US" dirty="0" err="1"/>
              <a:t>belakang</a:t>
            </a:r>
            <a:r>
              <a:rPr lang="en-US" dirty="0"/>
              <a:t>, </a:t>
            </a:r>
            <a:r>
              <a:rPr lang="en-US" dirty="0" err="1"/>
              <a:t>peningkatan</a:t>
            </a:r>
            <a:r>
              <a:rPr lang="en-US" dirty="0"/>
              <a:t> </a:t>
            </a:r>
            <a:r>
              <a:rPr lang="en-US" dirty="0" err="1"/>
              <a:t>Atk</a:t>
            </a:r>
            <a:r>
              <a:rPr lang="en-US" dirty="0"/>
              <a:t> </a:t>
            </a:r>
            <a:r>
              <a:rPr lang="en-US" dirty="0" err="1"/>
              <a:t>drastis</a:t>
            </a:r>
            <a:r>
              <a:rPr lang="en-US" dirty="0"/>
              <a:t>) dan </a:t>
            </a:r>
            <a:r>
              <a:rPr lang="en-US" dirty="0" err="1"/>
              <a:t>petunjuk</a:t>
            </a:r>
            <a:r>
              <a:rPr lang="en-US" dirty="0"/>
              <a:t> yokai </a:t>
            </a:r>
            <a:r>
              <a:rPr lang="en-US" dirty="0" err="1"/>
              <a:t>selanjutnya</a:t>
            </a:r>
            <a:endParaRPr lang="en-US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D2A6B42-E3D8-0454-3AF3-A277AECCD896}"/>
              </a:ext>
            </a:extLst>
          </p:cNvPr>
          <p:cNvCxnSpPr>
            <a:cxnSpLocks/>
            <a:stCxn id="40" idx="3"/>
            <a:endCxn id="44" idx="1"/>
          </p:cNvCxnSpPr>
          <p:nvPr/>
        </p:nvCxnSpPr>
        <p:spPr>
          <a:xfrm>
            <a:off x="3413760" y="4248700"/>
            <a:ext cx="419245" cy="0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22E7B55-DCDA-EE9C-241E-410925CB9BF5}"/>
              </a:ext>
            </a:extLst>
          </p:cNvPr>
          <p:cNvCxnSpPr>
            <a:stCxn id="44" idx="3"/>
            <a:endCxn id="46" idx="1"/>
          </p:cNvCxnSpPr>
          <p:nvPr/>
        </p:nvCxnSpPr>
        <p:spPr>
          <a:xfrm>
            <a:off x="5911971" y="4248700"/>
            <a:ext cx="368059" cy="0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E995C6BA-C945-C84F-A1FD-C821282518DD}"/>
              </a:ext>
            </a:extLst>
          </p:cNvPr>
          <p:cNvSpPr/>
          <p:nvPr/>
        </p:nvSpPr>
        <p:spPr>
          <a:xfrm>
            <a:off x="9755899" y="3562899"/>
            <a:ext cx="2141460" cy="300046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Menuju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dimana</a:t>
            </a:r>
            <a:r>
              <a:rPr lang="en-US" dirty="0"/>
              <a:t> yokai </a:t>
            </a:r>
            <a:r>
              <a:rPr lang="en-US" b="1" dirty="0"/>
              <a:t>Ashura</a:t>
            </a:r>
            <a:r>
              <a:rPr lang="en-US" dirty="0"/>
              <a:t> (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nagura</a:t>
            </a:r>
            <a:r>
              <a:rPr lang="en-US" dirty="0"/>
              <a:t>: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protagonis</a:t>
            </a:r>
            <a:r>
              <a:rPr lang="en-US" dirty="0"/>
              <a:t> </a:t>
            </a:r>
            <a:r>
              <a:rPr lang="en-US" dirty="0" err="1"/>
              <a:t>lahir</a:t>
            </a:r>
            <a:r>
              <a:rPr lang="en-US" dirty="0"/>
              <a:t>)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62FCF1E-4488-54E9-3233-1F7B5835DABE}"/>
              </a:ext>
            </a:extLst>
          </p:cNvPr>
          <p:cNvCxnSpPr>
            <a:cxnSpLocks/>
            <a:stCxn id="46" idx="3"/>
            <a:endCxn id="54" idx="1"/>
          </p:cNvCxnSpPr>
          <p:nvPr/>
        </p:nvCxnSpPr>
        <p:spPr>
          <a:xfrm>
            <a:off x="9387840" y="4248700"/>
            <a:ext cx="368059" cy="814430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8DE549E6-6A20-B155-1B76-EFE5F1AE7182}"/>
              </a:ext>
            </a:extLst>
          </p:cNvPr>
          <p:cNvSpPr/>
          <p:nvPr/>
        </p:nvSpPr>
        <p:spPr>
          <a:xfrm>
            <a:off x="6280030" y="5191760"/>
            <a:ext cx="3107810" cy="13716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Konflik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kelurga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,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dugeon</a:t>
            </a:r>
            <a:r>
              <a:rPr lang="en-US" dirty="0"/>
              <a:t> dan </a:t>
            </a:r>
            <a:r>
              <a:rPr lang="en-US" dirty="0" err="1"/>
              <a:t>mengalahkan</a:t>
            </a:r>
            <a:r>
              <a:rPr lang="en-US" dirty="0"/>
              <a:t> </a:t>
            </a:r>
            <a:r>
              <a:rPr lang="en-US" dirty="0" err="1"/>
              <a:t>keluarga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 yang </a:t>
            </a:r>
            <a:r>
              <a:rPr lang="en-US" dirty="0" err="1"/>
              <a:t>dikendalikan</a:t>
            </a:r>
            <a:r>
              <a:rPr lang="en-US" dirty="0"/>
              <a:t> oleh </a:t>
            </a:r>
            <a:r>
              <a:rPr lang="en-US" b="1" dirty="0" err="1"/>
              <a:t>ashura</a:t>
            </a:r>
            <a:endParaRPr lang="en-US" b="1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C005C13-7FD2-1131-BFB6-BDA31E4B307F}"/>
              </a:ext>
            </a:extLst>
          </p:cNvPr>
          <p:cNvSpPr/>
          <p:nvPr/>
        </p:nvSpPr>
        <p:spPr>
          <a:xfrm>
            <a:off x="2235200" y="5191760"/>
            <a:ext cx="3693450" cy="13716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Griding, </a:t>
            </a:r>
            <a:r>
              <a:rPr lang="en-US" dirty="0" err="1"/>
              <a:t>mengalahkan</a:t>
            </a:r>
            <a:r>
              <a:rPr lang="en-US" dirty="0"/>
              <a:t> yokai,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oragan</a:t>
            </a:r>
            <a:r>
              <a:rPr lang="en-US" dirty="0"/>
              <a:t> </a:t>
            </a:r>
            <a:r>
              <a:rPr lang="en-US" dirty="0" err="1"/>
              <a:t>tubuh</a:t>
            </a:r>
            <a:r>
              <a:rPr lang="en-US" dirty="0"/>
              <a:t> (</a:t>
            </a:r>
            <a:r>
              <a:rPr lang="en-US" dirty="0" err="1"/>
              <a:t>jantung</a:t>
            </a:r>
            <a:r>
              <a:rPr lang="en-US" dirty="0"/>
              <a:t>, </a:t>
            </a:r>
            <a:r>
              <a:rPr lang="en-US" dirty="0" err="1"/>
              <a:t>peningkatan</a:t>
            </a:r>
            <a:r>
              <a:rPr lang="en-US" dirty="0"/>
              <a:t> defends </a:t>
            </a:r>
            <a:r>
              <a:rPr lang="en-US" dirty="0" err="1"/>
              <a:t>drastis</a:t>
            </a:r>
            <a:r>
              <a:rPr lang="en-US" dirty="0"/>
              <a:t>) dan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emosi</a:t>
            </a:r>
            <a:r>
              <a:rPr lang="en-US" dirty="0"/>
              <a:t> </a:t>
            </a:r>
            <a:r>
              <a:rPr lang="en-US" dirty="0" err="1"/>
              <a:t>karakter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pada </a:t>
            </a:r>
            <a:r>
              <a:rPr lang="en-US" dirty="0" err="1"/>
              <a:t>umumnya</a:t>
            </a:r>
            <a:endParaRPr lang="en-US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462D42C-CC29-B6FF-B794-D0BBB4854639}"/>
              </a:ext>
            </a:extLst>
          </p:cNvPr>
          <p:cNvCxnSpPr>
            <a:cxnSpLocks/>
            <a:stCxn id="54" idx="1"/>
            <a:endCxn id="58" idx="3"/>
          </p:cNvCxnSpPr>
          <p:nvPr/>
        </p:nvCxnSpPr>
        <p:spPr>
          <a:xfrm flipH="1">
            <a:off x="9387840" y="5063130"/>
            <a:ext cx="368059" cy="814430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D519AF7-A13C-CC58-579C-E3331D945A38}"/>
              </a:ext>
            </a:extLst>
          </p:cNvPr>
          <p:cNvCxnSpPr>
            <a:stCxn id="58" idx="1"/>
            <a:endCxn id="60" idx="3"/>
          </p:cNvCxnSpPr>
          <p:nvPr/>
        </p:nvCxnSpPr>
        <p:spPr>
          <a:xfrm flipH="1">
            <a:off x="5928650" y="5877560"/>
            <a:ext cx="351380" cy="0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461C00F-223C-A5BE-A0CA-98BCEA7FE156}"/>
              </a:ext>
            </a:extLst>
          </p:cNvPr>
          <p:cNvCxnSpPr>
            <a:cxnSpLocks/>
            <a:stCxn id="60" idx="1"/>
          </p:cNvCxnSpPr>
          <p:nvPr/>
        </p:nvCxnSpPr>
        <p:spPr>
          <a:xfrm flipH="1">
            <a:off x="2019155" y="5877560"/>
            <a:ext cx="216045" cy="0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Flowchart: Terminator 68">
            <a:extLst>
              <a:ext uri="{FF2B5EF4-FFF2-40B4-BE49-F238E27FC236}">
                <a16:creationId xmlns:a16="http://schemas.microsoft.com/office/drawing/2014/main" id="{41D29845-E504-FDA5-FFAA-13341DA78D4F}"/>
              </a:ext>
            </a:extLst>
          </p:cNvPr>
          <p:cNvSpPr/>
          <p:nvPr/>
        </p:nvSpPr>
        <p:spPr>
          <a:xfrm>
            <a:off x="164761" y="157625"/>
            <a:ext cx="2188235" cy="1362972"/>
          </a:xfrm>
          <a:prstGeom prst="flowChartTerminator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Cutscene </a:t>
            </a:r>
            <a:r>
              <a:rPr lang="en-US" dirty="0" err="1"/>
              <a:t>awal</a:t>
            </a:r>
            <a:r>
              <a:rPr lang="en-US" dirty="0"/>
              <a:t> </a:t>
            </a:r>
            <a:r>
              <a:rPr lang="en-US" dirty="0" err="1"/>
              <a:t>mula</a:t>
            </a:r>
            <a:endParaRPr lang="en-US" dirty="0"/>
          </a:p>
        </p:txBody>
      </p:sp>
      <p:sp>
        <p:nvSpPr>
          <p:cNvPr id="70" name="Flowchart: Terminator 69">
            <a:extLst>
              <a:ext uri="{FF2B5EF4-FFF2-40B4-BE49-F238E27FC236}">
                <a16:creationId xmlns:a16="http://schemas.microsoft.com/office/drawing/2014/main" id="{C5FD783E-C82B-3156-8E07-53BD6CEE7886}"/>
              </a:ext>
            </a:extLst>
          </p:cNvPr>
          <p:cNvSpPr/>
          <p:nvPr/>
        </p:nvSpPr>
        <p:spPr>
          <a:xfrm>
            <a:off x="219395" y="5191760"/>
            <a:ext cx="1799760" cy="1371600"/>
          </a:xfrm>
          <a:prstGeom prst="flowChartTerminator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Penentuan</a:t>
            </a:r>
            <a:r>
              <a:rPr lang="en-US" dirty="0"/>
              <a:t> ending</a:t>
            </a:r>
          </a:p>
        </p:txBody>
      </p:sp>
    </p:spTree>
    <p:extLst>
      <p:ext uri="{BB962C8B-B14F-4D97-AF65-F5344CB8AC3E}">
        <p14:creationId xmlns:p14="http://schemas.microsoft.com/office/powerpoint/2010/main" val="1303748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46E84D3B-CB65-AEE1-7F93-6D34073ACF24}"/>
              </a:ext>
            </a:extLst>
          </p:cNvPr>
          <p:cNvSpPr/>
          <p:nvPr/>
        </p:nvSpPr>
        <p:spPr>
          <a:xfrm>
            <a:off x="5003800" y="393700"/>
            <a:ext cx="2184400" cy="920750"/>
          </a:xfrm>
          <a:prstGeom prst="flowChartTerminator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Penentu</a:t>
            </a:r>
            <a:r>
              <a:rPr lang="en-US" dirty="0"/>
              <a:t> ending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61C890-5F4D-3670-1B29-A7655A6EC71C}"/>
              </a:ext>
            </a:extLst>
          </p:cNvPr>
          <p:cNvSpPr/>
          <p:nvPr/>
        </p:nvSpPr>
        <p:spPr>
          <a:xfrm>
            <a:off x="5143500" y="1609725"/>
            <a:ext cx="1905000" cy="12446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r>
              <a:rPr lang="en-US" dirty="0" err="1"/>
              <a:t>memastikan</a:t>
            </a:r>
            <a:r>
              <a:rPr lang="en-US" dirty="0"/>
              <a:t> </a:t>
            </a:r>
            <a:r>
              <a:rPr lang="en-US" dirty="0" err="1"/>
              <a:t>kebenaran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dirinya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keluarganay</a:t>
            </a:r>
            <a:r>
              <a:rPr lang="en-US" dirty="0"/>
              <a:t> 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A82F877C-96BF-BFFC-F0F8-57A249334C5D}"/>
              </a:ext>
            </a:extLst>
          </p:cNvPr>
          <p:cNvSpPr/>
          <p:nvPr/>
        </p:nvSpPr>
        <p:spPr>
          <a:xfrm>
            <a:off x="4748212" y="3074988"/>
            <a:ext cx="2695575" cy="1857375"/>
          </a:xfrm>
          <a:prstGeom prst="diamon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Membantai</a:t>
            </a:r>
            <a:r>
              <a:rPr lang="en-US" dirty="0"/>
              <a:t> </a:t>
            </a:r>
            <a:r>
              <a:rPr lang="en-US" dirty="0" err="1"/>
              <a:t>keluarganya</a:t>
            </a:r>
            <a:r>
              <a:rPr lang="en-US" dirty="0"/>
              <a:t>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98C053E-9822-6543-F9A2-E378DF547822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6096000" y="1314450"/>
            <a:ext cx="0" cy="295275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54D9E6-3671-D308-EC5E-C9AC172602DA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096000" y="2854325"/>
            <a:ext cx="0" cy="220663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E54B8C3-BCCE-2BB8-59C0-AF14ED79DBB4}"/>
              </a:ext>
            </a:extLst>
          </p:cNvPr>
          <p:cNvSpPr/>
          <p:nvPr/>
        </p:nvSpPr>
        <p:spPr>
          <a:xfrm>
            <a:off x="1771650" y="3294062"/>
            <a:ext cx="2081213" cy="141922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Bad ending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DCD56F-CB4E-F5C0-943B-AFEEAC886B9D}"/>
              </a:ext>
            </a:extLst>
          </p:cNvPr>
          <p:cNvSpPr/>
          <p:nvPr/>
        </p:nvSpPr>
        <p:spPr>
          <a:xfrm>
            <a:off x="8339136" y="3294061"/>
            <a:ext cx="2081213" cy="141922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Good ending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B39506E-E386-F227-9703-5FC89D657BB3}"/>
              </a:ext>
            </a:extLst>
          </p:cNvPr>
          <p:cNvCxnSpPr>
            <a:stCxn id="7" idx="1"/>
            <a:endCxn id="15" idx="3"/>
          </p:cNvCxnSpPr>
          <p:nvPr/>
        </p:nvCxnSpPr>
        <p:spPr>
          <a:xfrm flipH="1" flipV="1">
            <a:off x="3852863" y="4003675"/>
            <a:ext cx="895349" cy="1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D3DF4CA-667B-FAF0-A638-8FB0F8BD5B8B}"/>
              </a:ext>
            </a:extLst>
          </p:cNvPr>
          <p:cNvCxnSpPr>
            <a:stCxn id="7" idx="3"/>
            <a:endCxn id="21" idx="1"/>
          </p:cNvCxnSpPr>
          <p:nvPr/>
        </p:nvCxnSpPr>
        <p:spPr>
          <a:xfrm flipV="1">
            <a:off x="7443787" y="4003674"/>
            <a:ext cx="895349" cy="2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lowchart: Terminator 25">
            <a:extLst>
              <a:ext uri="{FF2B5EF4-FFF2-40B4-BE49-F238E27FC236}">
                <a16:creationId xmlns:a16="http://schemas.microsoft.com/office/drawing/2014/main" id="{E72C355D-4FF3-AFCB-EEA3-7985BF9ABAF0}"/>
              </a:ext>
            </a:extLst>
          </p:cNvPr>
          <p:cNvSpPr/>
          <p:nvPr/>
        </p:nvSpPr>
        <p:spPr>
          <a:xfrm>
            <a:off x="5340349" y="5616575"/>
            <a:ext cx="1511300" cy="847725"/>
          </a:xfrm>
          <a:prstGeom prst="flowChartTerminator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selesai</a:t>
            </a:r>
            <a:endParaRPr lang="en-US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B65C31F-43F5-DAF3-9845-963ADECC6AF4}"/>
              </a:ext>
            </a:extLst>
          </p:cNvPr>
          <p:cNvCxnSpPr>
            <a:stCxn id="21" idx="2"/>
            <a:endCxn id="26" idx="3"/>
          </p:cNvCxnSpPr>
          <p:nvPr/>
        </p:nvCxnSpPr>
        <p:spPr>
          <a:xfrm flipH="1">
            <a:off x="6851649" y="4713286"/>
            <a:ext cx="2528094" cy="1327152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5D5D44D-67DA-A62F-E408-213E297A7EF9}"/>
              </a:ext>
            </a:extLst>
          </p:cNvPr>
          <p:cNvCxnSpPr>
            <a:stCxn id="15" idx="2"/>
            <a:endCxn id="26" idx="1"/>
          </p:cNvCxnSpPr>
          <p:nvPr/>
        </p:nvCxnSpPr>
        <p:spPr>
          <a:xfrm>
            <a:off x="2812257" y="4713287"/>
            <a:ext cx="2528092" cy="1327151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9265F40-9CDE-3F9C-3573-7C39C5004DDB}"/>
              </a:ext>
            </a:extLst>
          </p:cNvPr>
          <p:cNvSpPr txBox="1"/>
          <p:nvPr/>
        </p:nvSpPr>
        <p:spPr>
          <a:xfrm>
            <a:off x="4102534" y="3661609"/>
            <a:ext cx="396006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ya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10BD14-44BC-5B1C-DFB6-765F80FEB505}"/>
              </a:ext>
            </a:extLst>
          </p:cNvPr>
          <p:cNvSpPr txBox="1"/>
          <p:nvPr/>
        </p:nvSpPr>
        <p:spPr>
          <a:xfrm>
            <a:off x="7674804" y="3661609"/>
            <a:ext cx="478595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35230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73A82-9551-F7AE-8180-73B8BA11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6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C9694-E0E9-C11E-8C04-7343C47B3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4265"/>
            <a:ext cx="10515600" cy="3386455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solidFill>
                  <a:schemeClr val="bg1"/>
                </a:solidFill>
              </a:rPr>
              <a:t>Jika </a:t>
            </a:r>
            <a:r>
              <a:rPr lang="en-US" sz="2000" dirty="0" err="1">
                <a:solidFill>
                  <a:schemeClr val="bg1"/>
                </a:solidFill>
              </a:rPr>
              <a:t>memlih</a:t>
            </a:r>
            <a:r>
              <a:rPr lang="en-US" sz="2000" dirty="0">
                <a:solidFill>
                  <a:schemeClr val="bg1"/>
                </a:solidFill>
              </a:rPr>
              <a:t> bad ending </a:t>
            </a:r>
            <a:r>
              <a:rPr lang="en-US" sz="2000" dirty="0" err="1">
                <a:solidFill>
                  <a:schemeClr val="bg1"/>
                </a:solidFill>
              </a:rPr>
              <a:t>kamu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gagal</a:t>
            </a:r>
            <a:r>
              <a:rPr lang="en-US" sz="2000" dirty="0">
                <a:solidFill>
                  <a:schemeClr val="bg1"/>
                </a:solidFill>
              </a:rPr>
              <a:t> tau </a:t>
            </a:r>
            <a:r>
              <a:rPr lang="en-US" sz="2000" dirty="0" err="1">
                <a:solidFill>
                  <a:schemeClr val="bg1"/>
                </a:solidFill>
              </a:rPr>
              <a:t>pelaku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aslinya</a:t>
            </a:r>
            <a:r>
              <a:rPr lang="en-US" sz="2000" dirty="0">
                <a:solidFill>
                  <a:schemeClr val="bg1"/>
                </a:solidFill>
              </a:rPr>
              <a:t> dan </a:t>
            </a:r>
            <a:r>
              <a:rPr lang="en-US" sz="2000" b="1" dirty="0" err="1">
                <a:solidFill>
                  <a:schemeClr val="bg1"/>
                </a:solidFill>
              </a:rPr>
              <a:t>Amanojaku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telah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menang</a:t>
            </a:r>
            <a:r>
              <a:rPr lang="en-US" sz="2000" dirty="0">
                <a:solidFill>
                  <a:schemeClr val="bg1"/>
                </a:solidFill>
              </a:rPr>
              <a:t>. Ia </a:t>
            </a:r>
            <a:r>
              <a:rPr lang="en-US" sz="2000" dirty="0" err="1">
                <a:solidFill>
                  <a:schemeClr val="bg1"/>
                </a:solidFill>
              </a:rPr>
              <a:t>berhasil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mengubah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protagonis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menjadi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makhluk</a:t>
            </a:r>
            <a:r>
              <a:rPr lang="en-US" sz="2000" dirty="0">
                <a:solidFill>
                  <a:schemeClr val="bg1"/>
                </a:solidFill>
              </a:rPr>
              <a:t> yang </a:t>
            </a:r>
            <a:r>
              <a:rPr lang="en-US" sz="2000" dirty="0" err="1">
                <a:solidFill>
                  <a:schemeClr val="bg1"/>
                </a:solidFill>
              </a:rPr>
              <a:t>sama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jahatnya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dengan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yaitu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amanojaku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serta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penderitaan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kamu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menjadi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hiburan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abadi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baginya</a:t>
            </a:r>
            <a:r>
              <a:rPr lang="en-US" sz="2000" dirty="0">
                <a:solidFill>
                  <a:schemeClr val="bg1"/>
                </a:solidFill>
              </a:rPr>
              <a:t>, dan </a:t>
            </a:r>
            <a:r>
              <a:rPr lang="en-US" sz="2000" dirty="0" err="1">
                <a:solidFill>
                  <a:schemeClr val="bg1"/>
                </a:solidFill>
              </a:rPr>
              <a:t>amanojaku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bakal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mencari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tumbal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lainnya</a:t>
            </a:r>
            <a:r>
              <a:rPr lang="en-US" sz="2000" dirty="0">
                <a:solidFill>
                  <a:schemeClr val="bg1"/>
                </a:solidFill>
              </a:rPr>
              <a:t> / </a:t>
            </a:r>
            <a:r>
              <a:rPr lang="en-US" sz="2000" dirty="0" err="1">
                <a:solidFill>
                  <a:schemeClr val="bg1"/>
                </a:solidFill>
              </a:rPr>
              <a:t>mencari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hiburan</a:t>
            </a:r>
            <a:r>
              <a:rPr lang="en-US" sz="2000" dirty="0">
                <a:solidFill>
                  <a:schemeClr val="bg1"/>
                </a:solidFill>
              </a:rPr>
              <a:t> lain.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Jika </a:t>
            </a:r>
            <a:r>
              <a:rPr lang="en-US" sz="2000" dirty="0" err="1">
                <a:solidFill>
                  <a:schemeClr val="bg1"/>
                </a:solidFill>
              </a:rPr>
              <a:t>kamu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memilih</a:t>
            </a:r>
            <a:r>
              <a:rPr lang="en-US" sz="2000" dirty="0">
                <a:solidFill>
                  <a:schemeClr val="bg1"/>
                </a:solidFill>
              </a:rPr>
              <a:t> good ending </a:t>
            </a:r>
            <a:r>
              <a:rPr lang="en-US" sz="2000" dirty="0" err="1">
                <a:solidFill>
                  <a:schemeClr val="bg1"/>
                </a:solidFill>
              </a:rPr>
              <a:t>kamu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bakal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memaafkan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keluarga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kamu</a:t>
            </a:r>
            <a:r>
              <a:rPr lang="en-US" sz="2000" dirty="0">
                <a:solidFill>
                  <a:schemeClr val="bg1"/>
                </a:solidFill>
              </a:rPr>
              <a:t> dan </a:t>
            </a:r>
            <a:r>
              <a:rPr lang="en-US" sz="2000" dirty="0" err="1">
                <a:solidFill>
                  <a:schemeClr val="bg1"/>
                </a:solidFill>
              </a:rPr>
              <a:t>muncul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benang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merah</a:t>
            </a:r>
            <a:r>
              <a:rPr lang="en-US" sz="2000" dirty="0">
                <a:solidFill>
                  <a:schemeClr val="bg1"/>
                </a:solidFill>
              </a:rPr>
              <a:t> yang </a:t>
            </a:r>
            <a:r>
              <a:rPr lang="en-US" sz="2000" dirty="0" err="1">
                <a:solidFill>
                  <a:schemeClr val="bg1"/>
                </a:solidFill>
              </a:rPr>
              <a:t>menuju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tempat</a:t>
            </a:r>
            <a:r>
              <a:rPr lang="en-US" sz="2000" dirty="0">
                <a:solidFill>
                  <a:schemeClr val="bg1"/>
                </a:solidFill>
              </a:rPr>
              <a:t> yokai </a:t>
            </a:r>
            <a:r>
              <a:rPr lang="en-US" sz="2000" dirty="0" err="1">
                <a:solidFill>
                  <a:schemeClr val="bg1"/>
                </a:solidFill>
              </a:rPr>
              <a:t>terakhir</a:t>
            </a:r>
            <a:r>
              <a:rPr lang="en-US" sz="2000" dirty="0">
                <a:solidFill>
                  <a:schemeClr val="bg1"/>
                </a:solidFill>
              </a:rPr>
              <a:t>, dan </a:t>
            </a:r>
            <a:r>
              <a:rPr lang="en-US" sz="2000" dirty="0" err="1">
                <a:solidFill>
                  <a:schemeClr val="bg1"/>
                </a:solidFill>
              </a:rPr>
              <a:t>ternyata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pelaku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utamanya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adalah</a:t>
            </a:r>
            <a:r>
              <a:rPr lang="en-US" sz="2000" dirty="0">
                <a:solidFill>
                  <a:schemeClr val="bg1"/>
                </a:solidFill>
              </a:rPr>
              <a:t> orang yang </a:t>
            </a:r>
            <a:r>
              <a:rPr lang="en-US" sz="2000" dirty="0" err="1">
                <a:solidFill>
                  <a:schemeClr val="bg1"/>
                </a:solidFill>
              </a:rPr>
              <a:t>nyelamatin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kamu</a:t>
            </a:r>
            <a:r>
              <a:rPr lang="en-US" sz="2000" dirty="0">
                <a:solidFill>
                  <a:schemeClr val="bg1"/>
                </a:solidFill>
              </a:rPr>
              <a:t>, dan </a:t>
            </a:r>
            <a:r>
              <a:rPr lang="en-US" sz="2000" dirty="0" err="1">
                <a:solidFill>
                  <a:schemeClr val="bg1"/>
                </a:solidFill>
              </a:rPr>
              <a:t>kamu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bingung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kenapa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saat</a:t>
            </a:r>
            <a:r>
              <a:rPr lang="en-US" sz="2000" dirty="0">
                <a:solidFill>
                  <a:schemeClr val="bg1"/>
                </a:solidFill>
              </a:rPr>
              <a:t> di </a:t>
            </a:r>
            <a:r>
              <a:rPr lang="en-US" sz="2000" dirty="0" err="1">
                <a:solidFill>
                  <a:schemeClr val="bg1"/>
                </a:solidFill>
              </a:rPr>
              <a:t>rawat</a:t>
            </a:r>
            <a:r>
              <a:rPr lang="en-US" sz="2000" dirty="0">
                <a:solidFill>
                  <a:schemeClr val="bg1"/>
                </a:solidFill>
              </a:rPr>
              <a:t> oleh </a:t>
            </a:r>
            <a:r>
              <a:rPr lang="en-US" sz="2000" dirty="0" err="1">
                <a:solidFill>
                  <a:schemeClr val="bg1"/>
                </a:solidFill>
              </a:rPr>
              <a:t>kakek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tersebut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kamu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tidak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melihat</a:t>
            </a:r>
            <a:r>
              <a:rPr lang="en-US" sz="2000" dirty="0">
                <a:solidFill>
                  <a:schemeClr val="bg1"/>
                </a:solidFill>
              </a:rPr>
              <a:t> aura </a:t>
            </a:r>
            <a:r>
              <a:rPr lang="en-US" sz="2000" dirty="0" err="1">
                <a:solidFill>
                  <a:schemeClr val="bg1"/>
                </a:solidFill>
              </a:rPr>
              <a:t>merah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ternyata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iblis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bernama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amanojaku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memiliki</a:t>
            </a:r>
            <a:r>
              <a:rPr lang="en-US" sz="2000" dirty="0">
                <a:solidFill>
                  <a:schemeClr val="bg1"/>
                </a:solidFill>
              </a:rPr>
              <a:t> skill </a:t>
            </a:r>
            <a:r>
              <a:rPr lang="en-US" sz="2000" dirty="0" err="1">
                <a:solidFill>
                  <a:schemeClr val="bg1"/>
                </a:solidFill>
              </a:rPr>
              <a:t>menutupi</a:t>
            </a:r>
            <a:r>
              <a:rPr lang="en-US" sz="2000" dirty="0">
                <a:solidFill>
                  <a:schemeClr val="bg1"/>
                </a:solidFill>
              </a:rPr>
              <a:t> aura </a:t>
            </a:r>
            <a:r>
              <a:rPr lang="en-US" sz="2000" dirty="0" err="1">
                <a:solidFill>
                  <a:schemeClr val="bg1"/>
                </a:solidFill>
              </a:rPr>
              <a:t>merah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dengan</a:t>
            </a:r>
            <a:r>
              <a:rPr lang="en-US" sz="2000" dirty="0">
                <a:solidFill>
                  <a:schemeClr val="bg1"/>
                </a:solidFill>
              </a:rPr>
              <a:t> aura </a:t>
            </a:r>
            <a:r>
              <a:rPr lang="en-US" sz="2000" dirty="0" err="1">
                <a:solidFill>
                  <a:schemeClr val="bg1"/>
                </a:solidFill>
              </a:rPr>
              <a:t>putih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palsu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jadi</a:t>
            </a:r>
            <a:r>
              <a:rPr lang="en-US" sz="2000" dirty="0">
                <a:solidFill>
                  <a:schemeClr val="bg1"/>
                </a:solidFill>
              </a:rPr>
              <a:t> orang yang </a:t>
            </a:r>
            <a:r>
              <a:rPr lang="en-US" sz="2000" dirty="0" err="1">
                <a:solidFill>
                  <a:schemeClr val="bg1"/>
                </a:solidFill>
              </a:rPr>
              <a:t>memiliki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kondisi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seperti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protagonis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tidak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bisa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melihat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karena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sudah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mengalahkan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kyub</a:t>
            </a:r>
            <a:r>
              <a:rPr lang="en-US" sz="2000" dirty="0" err="1">
                <a:solidFill>
                  <a:schemeClr val="bg1"/>
                </a:solidFill>
              </a:rPr>
              <a:t>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protagonis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jadi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bisa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melihat</a:t>
            </a:r>
            <a:r>
              <a:rPr lang="en-US" sz="2000" dirty="0">
                <a:solidFill>
                  <a:schemeClr val="bg1"/>
                </a:solidFill>
              </a:rPr>
              <a:t> aura </a:t>
            </a:r>
            <a:r>
              <a:rPr lang="en-US" sz="2000" dirty="0" err="1">
                <a:solidFill>
                  <a:schemeClr val="bg1"/>
                </a:solidFill>
              </a:rPr>
              <a:t>asli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iblis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tersebut</a:t>
            </a:r>
            <a:r>
              <a:rPr lang="en-US" sz="2000" dirty="0">
                <a:solidFill>
                  <a:schemeClr val="bg1"/>
                </a:solidFill>
              </a:rPr>
              <a:t>. Dan </a:t>
            </a:r>
            <a:r>
              <a:rPr lang="en-US" sz="2000" dirty="0" err="1">
                <a:solidFill>
                  <a:schemeClr val="bg1"/>
                </a:solidFill>
              </a:rPr>
              <a:t>kamu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ditakdirkan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untuk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menghapus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lingkaran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kebencian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A084F2-AF27-4658-7C7D-2945F163A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7544" y="4490720"/>
            <a:ext cx="2755631" cy="20728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272891-75CD-9948-5FAE-7CFB7D28DF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540" b="25609"/>
          <a:stretch>
            <a:fillRect/>
          </a:stretch>
        </p:blipFill>
        <p:spPr>
          <a:xfrm>
            <a:off x="2768193" y="4490720"/>
            <a:ext cx="2519358" cy="207282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FD5403-B414-7B4A-1519-B561A6099A14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 flipV="1">
            <a:off x="5287551" y="5527130"/>
            <a:ext cx="1929993" cy="1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499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972E7-258F-563E-C893-ABFE55BA5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5885"/>
            <a:ext cx="10515600" cy="1325563"/>
          </a:xfrm>
        </p:spPr>
        <p:txBody>
          <a:bodyPr/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Tengkyuuu</a:t>
            </a:r>
            <a:endParaRPr lang="en-US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3A7EDF-39B4-AE51-BE01-B57E9C131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0096" y="6757416"/>
            <a:ext cx="81904" cy="10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179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3560</TotalTime>
  <Words>1123</Words>
  <Application>Microsoft Office PowerPoint</Application>
  <PresentationFormat>Widescreen</PresentationFormat>
  <Paragraphs>100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Baskerville Old Face</vt:lpstr>
      <vt:lpstr>Calibri</vt:lpstr>
      <vt:lpstr>Calibri Light</vt:lpstr>
      <vt:lpstr>Impact</vt:lpstr>
      <vt:lpstr>Segoe UI Black</vt:lpstr>
      <vt:lpstr>Office Theme</vt:lpstr>
      <vt:lpstr>Reason of Existance</vt:lpstr>
      <vt:lpstr>Deskripsi</vt:lpstr>
      <vt:lpstr>PowerPoint Presentation</vt:lpstr>
      <vt:lpstr>PowerPoint Presentation</vt:lpstr>
      <vt:lpstr>Genre</vt:lpstr>
      <vt:lpstr>Platform Target</vt:lpstr>
      <vt:lpstr>Implementasi Tema Loop</vt:lpstr>
      <vt:lpstr>PowerPoint Presentation</vt:lpstr>
      <vt:lpstr>Storyboard</vt:lpstr>
      <vt:lpstr>PowerPoint Presentation</vt:lpstr>
      <vt:lpstr>PowerPoint Presentation</vt:lpstr>
      <vt:lpstr>Desain Boss Yokai</vt:lpstr>
      <vt:lpstr>PowerPoint Presentation</vt:lpstr>
      <vt:lpstr>PowerPoint Presentation</vt:lpstr>
      <vt:lpstr>PowerPoint Presentation</vt:lpstr>
      <vt:lpstr>PowerPoint Presentation</vt:lpstr>
      <vt:lpstr>PLOT</vt:lpstr>
      <vt:lpstr>Tengkyuuu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Fakhri Irfa</dc:creator>
  <cp:lastModifiedBy>Fakhri Irfa</cp:lastModifiedBy>
  <cp:revision>13</cp:revision>
  <dcterms:created xsi:type="dcterms:W3CDTF">2026-07-08T03:43:14Z</dcterms:created>
  <dcterms:modified xsi:type="dcterms:W3CDTF">2026-07-14T12:05:52Z</dcterms:modified>
</cp:coreProperties>
</file>